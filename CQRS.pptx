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slideLayouts/slideLayout10.xml" ContentType="application/vnd.openxmlformats-officedocument.presentationml.slideLayout+xml"/>
  <Override PartName="/ppt/theme/theme7.xml" ContentType="application/vnd.openxmlformats-officedocument.theme+xml"/>
  <Override PartName="/ppt/slideLayouts/slideLayout11.xml" ContentType="application/vnd.openxmlformats-officedocument.presentationml.slideLayout+xml"/>
  <Override PartName="/ppt/theme/theme8.xml" ContentType="application/vnd.openxmlformats-officedocument.theme+xml"/>
  <Override PartName="/ppt/slideLayouts/slideLayout12.xml" ContentType="application/vnd.openxmlformats-officedocument.presentationml.slideLayout+xml"/>
  <Override PartName="/ppt/theme/theme9.xml" ContentType="application/vnd.openxmlformats-officedocument.theme+xml"/>
  <Override PartName="/ppt/slideLayouts/slideLayout13.xml" ContentType="application/vnd.openxmlformats-officedocument.presentationml.slideLayout+xml"/>
  <Override PartName="/ppt/theme/theme10.xml" ContentType="application/vnd.openxmlformats-officedocument.theme+xml"/>
  <Override PartName="/ppt/slideLayouts/slideLayout14.xml" ContentType="application/vnd.openxmlformats-officedocument.presentationml.slideLayout+xml"/>
  <Override PartName="/ppt/theme/theme11.xml" ContentType="application/vnd.openxmlformats-officedocument.theme+xml"/>
  <Override PartName="/ppt/slideLayouts/slideLayout15.xml" ContentType="application/vnd.openxmlformats-officedocument.presentationml.slideLayout+xml"/>
  <Override PartName="/ppt/theme/theme12.xml" ContentType="application/vnd.openxmlformats-officedocument.theme+xml"/>
  <Override PartName="/ppt/slideLayouts/slideLayout16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slideLayouts/slideLayout17.xml" ContentType="application/vnd.openxmlformats-officedocument.presentationml.slideLayout+xml"/>
  <Override PartName="/ppt/theme/theme15.xml" ContentType="application/vnd.openxmlformats-officedocument.theme+xml"/>
  <Override PartName="/ppt/slideLayouts/slideLayout18.xml" ContentType="application/vnd.openxmlformats-officedocument.presentationml.slideLayout+xml"/>
  <Override PartName="/ppt/theme/theme16.xml" ContentType="application/vnd.openxmlformats-officedocument.theme+xml"/>
  <Override PartName="/ppt/slideLayouts/slideLayout19.xml" ContentType="application/vnd.openxmlformats-officedocument.presentationml.slideLayout+xml"/>
  <Override PartName="/ppt/theme/theme17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8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9.xml" ContentType="application/vnd.openxmlformats-officedocument.theme+xml"/>
  <Override PartName="/ppt/slideLayouts/slideLayout29.xml" ContentType="application/vnd.openxmlformats-officedocument.presentationml.slideLayout+xml"/>
  <Override PartName="/ppt/theme/theme20.xml" ContentType="application/vnd.openxmlformats-officedocument.theme+xml"/>
  <Override PartName="/ppt/slideLayouts/slideLayout30.xml" ContentType="application/vnd.openxmlformats-officedocument.presentationml.slideLayout+xml"/>
  <Override PartName="/ppt/theme/theme21.xml" ContentType="application/vnd.openxmlformats-officedocument.theme+xml"/>
  <Override PartName="/ppt/theme/theme2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4"/>
    <p:sldMasterId id="2147483823" r:id="rId5"/>
    <p:sldMasterId id="2147483827" r:id="rId6"/>
    <p:sldMasterId id="2147483822" r:id="rId7"/>
    <p:sldMasterId id="2147483830" r:id="rId8"/>
    <p:sldMasterId id="2147483832" r:id="rId9"/>
    <p:sldMasterId id="2147483834" r:id="rId10"/>
    <p:sldMasterId id="2147483836" r:id="rId11"/>
    <p:sldMasterId id="2147483838" r:id="rId12"/>
    <p:sldMasterId id="2147483840" r:id="rId13"/>
    <p:sldMasterId id="2147483842" r:id="rId14"/>
    <p:sldMasterId id="2147483844" r:id="rId15"/>
    <p:sldMasterId id="2147483846" r:id="rId16"/>
    <p:sldMasterId id="2147483848" r:id="rId17"/>
    <p:sldMasterId id="2147483851" r:id="rId18"/>
    <p:sldMasterId id="2147483853" r:id="rId19"/>
    <p:sldMasterId id="2147483855" r:id="rId20"/>
    <p:sldMasterId id="2147483857" r:id="rId21"/>
    <p:sldMasterId id="2147483864" r:id="rId22"/>
    <p:sldMasterId id="2147483868" r:id="rId23"/>
    <p:sldMasterId id="2147483870" r:id="rId24"/>
  </p:sldMasterIdLst>
  <p:notesMasterIdLst>
    <p:notesMasterId r:id="rId43"/>
  </p:notesMasterIdLst>
  <p:sldIdLst>
    <p:sldId id="257" r:id="rId25"/>
    <p:sldId id="286" r:id="rId26"/>
    <p:sldId id="258" r:id="rId27"/>
    <p:sldId id="327" r:id="rId28"/>
    <p:sldId id="344" r:id="rId29"/>
    <p:sldId id="328" r:id="rId30"/>
    <p:sldId id="345" r:id="rId31"/>
    <p:sldId id="346" r:id="rId32"/>
    <p:sldId id="347" r:id="rId33"/>
    <p:sldId id="348" r:id="rId34"/>
    <p:sldId id="349" r:id="rId35"/>
    <p:sldId id="350" r:id="rId36"/>
    <p:sldId id="355" r:id="rId37"/>
    <p:sldId id="351" r:id="rId38"/>
    <p:sldId id="352" r:id="rId39"/>
    <p:sldId id="353" r:id="rId40"/>
    <p:sldId id="354" r:id="rId41"/>
    <p:sldId id="305" r:id="rId42"/>
  </p:sldIdLst>
  <p:sldSz cx="9144000" cy="5143500" type="screen16x9"/>
  <p:notesSz cx="20104100" cy="11315700"/>
  <p:defaultTextStyle>
    <a:defPPr>
      <a:defRPr lang="en-US"/>
    </a:defPPr>
    <a:lvl1pPr marL="0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1pPr>
    <a:lvl2pPr marL="207773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2pPr>
    <a:lvl3pPr marL="415546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3pPr>
    <a:lvl4pPr marL="623318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4pPr>
    <a:lvl5pPr marL="831090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5pPr>
    <a:lvl6pPr marL="1038863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6pPr>
    <a:lvl7pPr marL="1246636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7pPr>
    <a:lvl8pPr marL="1454409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8pPr>
    <a:lvl9pPr marL="1662182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1BA34-EA92-22A0-8079-A94C6F74842D}" v="2" dt="2024-03-14T14:49:29.7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45" autoAdjust="0"/>
    <p:restoredTop sz="95033" autoAdjust="0"/>
  </p:normalViewPr>
  <p:slideViewPr>
    <p:cSldViewPr snapToGrid="0">
      <p:cViewPr varScale="1">
        <p:scale>
          <a:sx n="109" d="100"/>
          <a:sy n="109" d="100"/>
        </p:scale>
        <p:origin x="78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2.xml"/><Relationship Id="rId39" Type="http://schemas.openxmlformats.org/officeDocument/2006/relationships/slide" Target="slides/slide15.xml"/><Relationship Id="rId21" Type="http://schemas.openxmlformats.org/officeDocument/2006/relationships/slideMaster" Target="slideMasters/slideMaster18.xml"/><Relationship Id="rId34" Type="http://schemas.openxmlformats.org/officeDocument/2006/relationships/slide" Target="slides/slide10.xml"/><Relationship Id="rId42" Type="http://schemas.openxmlformats.org/officeDocument/2006/relationships/slide" Target="slides/slide18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9" Type="http://schemas.openxmlformats.org/officeDocument/2006/relationships/slide" Target="slides/slide5.xml"/><Relationship Id="rId11" Type="http://schemas.openxmlformats.org/officeDocument/2006/relationships/slideMaster" Target="slideMasters/slideMaster8.xml"/><Relationship Id="rId24" Type="http://schemas.openxmlformats.org/officeDocument/2006/relationships/slideMaster" Target="slideMasters/slideMaster21.xml"/><Relationship Id="rId32" Type="http://schemas.openxmlformats.org/officeDocument/2006/relationships/slide" Target="slides/slide8.xml"/><Relationship Id="rId37" Type="http://schemas.openxmlformats.org/officeDocument/2006/relationships/slide" Target="slides/slide13.xml"/><Relationship Id="rId40" Type="http://schemas.openxmlformats.org/officeDocument/2006/relationships/slide" Target="slides/slide16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Master" Target="slideMasters/slideMaster20.xml"/><Relationship Id="rId28" Type="http://schemas.openxmlformats.org/officeDocument/2006/relationships/slide" Target="slides/slide4.xml"/><Relationship Id="rId36" Type="http://schemas.openxmlformats.org/officeDocument/2006/relationships/slide" Target="slides/slide12.xml"/><Relationship Id="rId49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slide" Target="slides/slide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slide" Target="slides/slide3.xml"/><Relationship Id="rId30" Type="http://schemas.openxmlformats.org/officeDocument/2006/relationships/slide" Target="slides/slide6.xml"/><Relationship Id="rId35" Type="http://schemas.openxmlformats.org/officeDocument/2006/relationships/slide" Target="slides/slide1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1.xml"/><Relationship Id="rId33" Type="http://schemas.openxmlformats.org/officeDocument/2006/relationships/slide" Target="slides/slide9.xml"/><Relationship Id="rId38" Type="http://schemas.openxmlformats.org/officeDocument/2006/relationships/slide" Target="slides/slide14.xml"/><Relationship Id="rId46" Type="http://schemas.openxmlformats.org/officeDocument/2006/relationships/theme" Target="theme/theme1.xml"/><Relationship Id="rId20" Type="http://schemas.openxmlformats.org/officeDocument/2006/relationships/slideMaster" Target="slideMasters/slideMaster17.xml"/><Relationship Id="rId41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DONADO NARVAEZ CARLOS HOMERO" userId="S::carlmald@pichincha.com::74dc25e0-f9a7-424a-97b5-a68e4e0fde49" providerId="AD" clId="Web-{2741BA34-EA92-22A0-8079-A94C6F74842D}"/>
    <pc:docChg chg="modSld">
      <pc:chgData name="MALDONADO NARVAEZ CARLOS HOMERO" userId="S::carlmald@pichincha.com::74dc25e0-f9a7-424a-97b5-a68e4e0fde49" providerId="AD" clId="Web-{2741BA34-EA92-22A0-8079-A94C6F74842D}" dt="2024-03-14T14:49:29.797" v="1"/>
      <pc:docMkLst>
        <pc:docMk/>
      </pc:docMkLst>
      <pc:sldChg chg="modSp">
        <pc:chgData name="MALDONADO NARVAEZ CARLOS HOMERO" userId="S::carlmald@pichincha.com::74dc25e0-f9a7-424a-97b5-a68e4e0fde49" providerId="AD" clId="Web-{2741BA34-EA92-22A0-8079-A94C6F74842D}" dt="2024-03-14T14:49:29.797" v="1"/>
        <pc:sldMkLst>
          <pc:docMk/>
          <pc:sldMk cId="3940713383" sldId="338"/>
        </pc:sldMkLst>
        <pc:picChg chg="mod modCrop">
          <ac:chgData name="MALDONADO NARVAEZ CARLOS HOMERO" userId="S::carlmald@pichincha.com::74dc25e0-f9a7-424a-97b5-a68e4e0fde49" providerId="AD" clId="Web-{2741BA34-EA92-22A0-8079-A94C6F74842D}" dt="2024-03-14T14:49:29.797" v="1"/>
          <ac:picMkLst>
            <pc:docMk/>
            <pc:sldMk cId="3940713383" sldId="338"/>
            <ac:picMk id="9" creationId="{1DE92676-2DA3-E2CB-BA06-C165198B72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99863-9CA7-4EF5-BCCC-40561E0A8A65}" type="datetimeFigureOut">
              <a:rPr lang="es-EC" smtClean="0"/>
              <a:t>7/5/2025</a:t>
            </a:fld>
            <a:endParaRPr lang="es-EC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D8E94-78AB-41E9-AE23-BF22602D34C2}" type="slidenum">
              <a:rPr lang="es-EC" smtClean="0"/>
              <a:t>‹#›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30133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BA29-C8B7-4C4E-8C81-C7556652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2271-086E-4FC1-9362-D725AEF5A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59" y="839933"/>
            <a:ext cx="8572737" cy="3263034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marL="171442" lvl="0" indent="-171442">
              <a:buClr>
                <a:srgbClr val="F03782"/>
              </a:buClr>
            </a:pPr>
            <a:r>
              <a:rPr lang="en-US"/>
              <a:t>Click to edit Master text styles</a:t>
            </a:r>
          </a:p>
          <a:p>
            <a:pPr marL="171442" lvl="1" indent="-171442">
              <a:buClr>
                <a:srgbClr val="F03782"/>
              </a:buClr>
            </a:pPr>
            <a:r>
              <a:rPr lang="en-US"/>
              <a:t>Second level</a:t>
            </a:r>
          </a:p>
          <a:p>
            <a:pPr marL="171442" lvl="2" indent="-171442">
              <a:buClr>
                <a:srgbClr val="F03782"/>
              </a:buClr>
            </a:pPr>
            <a:r>
              <a:rPr lang="en-US"/>
              <a:t>Third level</a:t>
            </a:r>
          </a:p>
          <a:p>
            <a:pPr marL="171442" lvl="3" indent="-171442">
              <a:buClr>
                <a:srgbClr val="F03782"/>
              </a:buClr>
            </a:pPr>
            <a:r>
              <a:rPr lang="en-US"/>
              <a:t>Fourth level</a:t>
            </a:r>
          </a:p>
          <a:p>
            <a:pPr marL="171442" lvl="4" indent="-171442">
              <a:buClr>
                <a:srgbClr val="F03782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D4E52-5098-4AC2-91CF-F352A63268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5903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507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BA29-C8B7-4C4E-8C81-C7556652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2271-086E-4FC1-9362-D725AEF5A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59" y="839933"/>
            <a:ext cx="8572737" cy="3263034"/>
          </a:xfr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E41165"/>
              </a:buClr>
              <a:defRPr lang="en-US" dirty="0"/>
            </a:lvl1pPr>
            <a:lvl2pPr>
              <a:buClr>
                <a:srgbClr val="E41165"/>
              </a:buCl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marL="171442" lvl="0" indent="-171442">
              <a:buClr>
                <a:srgbClr val="F03782"/>
              </a:buClr>
            </a:pPr>
            <a:r>
              <a:rPr lang="en-US" dirty="0"/>
              <a:t>Click to edit Master text styles</a:t>
            </a:r>
          </a:p>
          <a:p>
            <a:pPr marL="379354" lvl="1" indent="-171442">
              <a:buClr>
                <a:srgbClr val="F03782"/>
              </a:buClr>
              <a:buFont typeface="Symbol" panose="05050102010706020507" pitchFamily="18" charset="2"/>
              <a:buChar char="-"/>
            </a:pPr>
            <a:r>
              <a:rPr lang="en-US" dirty="0"/>
              <a:t>Second level</a:t>
            </a:r>
          </a:p>
          <a:p>
            <a:pPr marL="587264" lvl="2" indent="-171442">
              <a:buClr>
                <a:srgbClr val="F03782"/>
              </a:buClr>
            </a:pPr>
            <a:r>
              <a:rPr lang="en-US" dirty="0"/>
              <a:t>Third level</a:t>
            </a:r>
          </a:p>
          <a:p>
            <a:pPr marL="795176" lvl="3" indent="-171442">
              <a:buClr>
                <a:srgbClr val="F03782"/>
              </a:buClr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marL="1003088" lvl="4" indent="-171442">
              <a:buClr>
                <a:srgbClr val="F03782"/>
              </a:buClr>
            </a:pPr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D4E52-5098-4AC2-91CF-F352A63268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93037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1896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73983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546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:a16="http://schemas.microsoft.com/office/drawing/2014/main" id="{D27C95A2-2A2F-47E7-88CA-267CE55DA1D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79" b="1679"/>
          <a:stretch/>
        </p:blipFill>
        <p:spPr>
          <a:xfrm>
            <a:off x="7764861" y="463889"/>
            <a:ext cx="1100532" cy="13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3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chemeClr val="tx1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 dirty="0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tx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710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 dirty="0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bg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7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chemeClr val="tx1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 dirty="0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tx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003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 dirty="0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bg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201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chemeClr val="tx1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 dirty="0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tx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8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 dirty="0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bg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82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chemeClr val="tx1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 dirty="0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tx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056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35161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chemeClr val="tx1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65021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5366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1252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391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6B76AE-EDEC-4417-B5DA-F48574E37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991" y="107915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21445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 Title o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791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67320D5-0CB9-41B6-9354-2210D73526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915" y="1915591"/>
            <a:ext cx="3172557" cy="1558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</a:lstStyle>
          <a:p>
            <a:pPr marL="4332" lvl="0" algn="l" defTabSz="311883" rtl="0" eaLnBrk="1" latinLnBrk="0" hangingPunct="1">
              <a:lnSpc>
                <a:spcPct val="100000"/>
              </a:lnSpc>
              <a:spcBef>
                <a:spcPts val="46"/>
              </a:spcBef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FBE3EFBB-7988-499E-9325-CFE1D1FB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95" y="1200151"/>
            <a:ext cx="3659131" cy="254557"/>
          </a:xfrm>
        </p:spPr>
        <p:txBody>
          <a:bodyPr vert="horz" wrap="square" lIns="0" tIns="12065" rIns="0" bIns="0" rtlCol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9195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67320D5-0CB9-41B6-9354-2210D73526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915" y="2123094"/>
            <a:ext cx="3641515" cy="1558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</a:lstStyle>
          <a:p>
            <a:pPr marL="4332" lvl="0" algn="l" defTabSz="311883" rtl="0" eaLnBrk="1" latinLnBrk="0" hangingPunct="1">
              <a:lnSpc>
                <a:spcPct val="100000"/>
              </a:lnSpc>
              <a:spcBef>
                <a:spcPts val="46"/>
              </a:spcBef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FBE3EFBB-7988-499E-9325-CFE1D1FB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94" y="1408015"/>
            <a:ext cx="3641515" cy="230319"/>
          </a:xfrm>
        </p:spPr>
        <p:txBody>
          <a:bodyPr vert="horz" wrap="square" lIns="0" tIns="12065" rIns="0" bIns="0" rtlCol="0">
            <a:spAutoFit/>
          </a:bodyPr>
          <a:lstStyle>
            <a:lvl1pPr>
              <a:defRPr lang="en-US" dirty="0"/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E1867B1-C237-466F-A66F-173C2D7345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198" y="3204315"/>
            <a:ext cx="1498697" cy="186590"/>
          </a:xfrm>
        </p:spPr>
        <p:txBody>
          <a:bodyPr wrap="none" anchor="ctr" anchorCtr="0">
            <a:noAutofit/>
          </a:bodyPr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5541386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FEBA1-D19F-439D-8F7D-69EC9827930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63547"/>
            <a:ext cx="4745736" cy="3163824"/>
          </a:xfrm>
          <a:noFill/>
          <a:ln>
            <a:noFill/>
          </a:ln>
        </p:spPr>
        <p:txBody>
          <a:bodyPr anchor="ctr" anchorCtr="0">
            <a:noAutofit/>
          </a:bodyPr>
          <a:lstStyle>
            <a:lvl1pPr algn="ctr">
              <a:defRPr sz="2700" b="1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67320D5-0CB9-41B6-9354-2210D73526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915" y="2123094"/>
            <a:ext cx="3641515" cy="1558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/>
            </a:lvl1pPr>
          </a:lstStyle>
          <a:p>
            <a:pPr marL="4332" lvl="0" algn="l" defTabSz="311883" rtl="0" latinLnBrk="0">
              <a:lnSpc>
                <a:spcPct val="100000"/>
              </a:lnSpc>
              <a:spcBef>
                <a:spcPts val="46"/>
              </a:spcBef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FBE3EFBB-7988-499E-9325-CFE1D1FB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94" y="1408014"/>
            <a:ext cx="3641515" cy="230319"/>
          </a:xfrm>
        </p:spPr>
        <p:txBody>
          <a:bodyPr vert="horz" wrap="square" lIns="0" tIns="12065" rIns="0" bIns="0" rtlCol="0">
            <a:spAutoFit/>
          </a:bodyPr>
          <a:lstStyle>
            <a:lvl1pPr>
              <a:defRPr lang="en-US" dirty="0"/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1691A6-C621-4CB3-91FC-CCEF047E3C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1994" y="2945460"/>
            <a:ext cx="1331611" cy="13849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900" dirty="0">
                <a:solidFill>
                  <a:srgbClr val="F4F3F9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321563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ck no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0297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BA29-C8B7-4C4E-8C81-C7556652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2271-086E-4FC1-9362-D725AEF5A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59" y="839933"/>
            <a:ext cx="8572737" cy="3263034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marL="171442" lvl="0" indent="-171442">
              <a:buClr>
                <a:srgbClr val="F03782"/>
              </a:buClr>
            </a:pPr>
            <a:r>
              <a:rPr lang="en-US"/>
              <a:t>Click to edit Master text styles</a:t>
            </a:r>
          </a:p>
          <a:p>
            <a:pPr marL="171442" lvl="1" indent="-171442">
              <a:buClr>
                <a:srgbClr val="F03782"/>
              </a:buClr>
            </a:pPr>
            <a:r>
              <a:rPr lang="en-US"/>
              <a:t>Second level</a:t>
            </a:r>
          </a:p>
          <a:p>
            <a:pPr marL="171442" lvl="2" indent="-171442">
              <a:buClr>
                <a:srgbClr val="F03782"/>
              </a:buClr>
            </a:pPr>
            <a:r>
              <a:rPr lang="en-US"/>
              <a:t>Third level</a:t>
            </a:r>
          </a:p>
          <a:p>
            <a:pPr marL="171442" lvl="3" indent="-171442">
              <a:buClr>
                <a:srgbClr val="F03782"/>
              </a:buClr>
            </a:pPr>
            <a:r>
              <a:rPr lang="en-US"/>
              <a:t>Fourth level</a:t>
            </a:r>
          </a:p>
          <a:p>
            <a:pPr marL="171442" lvl="4" indent="-171442">
              <a:buClr>
                <a:srgbClr val="F03782"/>
              </a:buClr>
            </a:pPr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D4E52-5098-4AC2-91CF-F352A63268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947835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831104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828704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bg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491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97239-289B-4797-A845-B94F72C3D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92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0.sv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sv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2.sv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1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14.pn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5.svg"/><Relationship Id="rId5" Type="http://schemas.openxmlformats.org/officeDocument/2006/relationships/image" Target="../media/image1.png"/><Relationship Id="rId4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7.svg"/><Relationship Id="rId5" Type="http://schemas.openxmlformats.org/officeDocument/2006/relationships/image" Target="../media/image5.png"/><Relationship Id="rId4" Type="http://schemas.openxmlformats.org/officeDocument/2006/relationships/image" Target="../media/image15.svg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7.svg"/><Relationship Id="rId5" Type="http://schemas.openxmlformats.org/officeDocument/2006/relationships/image" Target="../media/image5.png"/><Relationship Id="rId4" Type="http://schemas.openxmlformats.org/officeDocument/2006/relationships/image" Target="../media/image1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4E41C23-2A04-440A-A439-8B36022F5942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2" y="107915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30D6D-B7EA-4150-94B2-C963D98EB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665" y="839933"/>
            <a:ext cx="8572737" cy="326303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171442" lvl="0" indent="-171442">
              <a:buClr>
                <a:srgbClr val="F03782"/>
              </a:buClr>
            </a:pPr>
            <a:r>
              <a:rPr lang="en-US"/>
              <a:t>Click to edit Master text styles</a:t>
            </a:r>
          </a:p>
          <a:p>
            <a:pPr marL="171442" lvl="1" indent="-171442">
              <a:buClr>
                <a:srgbClr val="F03782"/>
              </a:buClr>
            </a:pPr>
            <a:r>
              <a:rPr lang="en-US"/>
              <a:t>Second level</a:t>
            </a:r>
          </a:p>
          <a:p>
            <a:pPr marL="171442" lvl="2" indent="-171442">
              <a:buClr>
                <a:srgbClr val="F03782"/>
              </a:buClr>
            </a:pPr>
            <a:r>
              <a:rPr lang="en-US"/>
              <a:t>Third level</a:t>
            </a:r>
          </a:p>
          <a:p>
            <a:pPr marL="171442" lvl="3" indent="-171442">
              <a:buClr>
                <a:srgbClr val="F03782"/>
              </a:buClr>
            </a:pPr>
            <a:r>
              <a:rPr lang="en-US"/>
              <a:t>Fourth level</a:t>
            </a:r>
          </a:p>
          <a:p>
            <a:pPr marL="171442" lvl="4" indent="-171442">
              <a:buClr>
                <a:srgbClr val="F03782"/>
              </a:buClr>
            </a:pPr>
            <a:r>
              <a:rPr lang="en-US"/>
              <a:t>Fifth level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AC0F397-9BF6-4594-946F-74C8A8FA0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US" sz="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TCS Confidential</a:t>
            </a:r>
          </a:p>
        </p:txBody>
      </p: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700" noProof="0" smtClean="0"/>
              <a:pPr lvl="0"/>
              <a:t>‹#›</a:t>
            </a:fld>
            <a:r>
              <a:rPr lang="en-US" sz="700" noProof="0" dirty="0"/>
              <a:t>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F403C3-AECA-43E3-B70F-8CE8C20C79F8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AF0D48-F837-443A-B742-FA8AFEE7A4BD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16" name="Picture 12">
            <a:extLst>
              <a:ext uri="{FF2B5EF4-FFF2-40B4-BE49-F238E27FC236}">
                <a16:creationId xmlns:a16="http://schemas.microsoft.com/office/drawing/2014/main" id="{0A546CE0-DB7F-4056-8F41-AAB273C1EF5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62479" y="4935086"/>
            <a:ext cx="903923" cy="1188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5AFFEEF-BA33-4360-BE60-2A11102F0184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4A9845-083F-45EA-86F9-A1C683D3852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200" t="38871" r="5200" b="38800"/>
          <a:stretch/>
        </p:blipFill>
        <p:spPr>
          <a:xfrm>
            <a:off x="294752" y="4737736"/>
            <a:ext cx="1195187" cy="29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3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92" r:id="rId2"/>
  </p:sldLayoutIdLst>
  <p:hf sldNum="0"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rgbClr val="E41165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418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2" y="107915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30D6D-B7EA-4150-94B2-C963D98EB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665" y="839933"/>
            <a:ext cx="8572737" cy="326303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171442" lvl="0" indent="-171442">
              <a:buClr>
                <a:srgbClr val="F03782"/>
              </a:buClr>
            </a:pPr>
            <a:r>
              <a:rPr lang="en-US" dirty="0"/>
              <a:t>Click to edit Master text styles</a:t>
            </a:r>
          </a:p>
          <a:p>
            <a:pPr marL="379354" lvl="1" indent="-171442">
              <a:buClr>
                <a:srgbClr val="F03782"/>
              </a:buClr>
              <a:buFont typeface="Symbol" panose="05050102010706020507" pitchFamily="18" charset="2"/>
              <a:buChar char="-"/>
            </a:pPr>
            <a:r>
              <a:rPr lang="en-US" dirty="0"/>
              <a:t>Second level</a:t>
            </a:r>
          </a:p>
          <a:p>
            <a:pPr marL="587264" lvl="2" indent="-171442">
              <a:buClr>
                <a:srgbClr val="F03782"/>
              </a:buClr>
            </a:pPr>
            <a:r>
              <a:rPr lang="en-US" dirty="0"/>
              <a:t>Third level</a:t>
            </a:r>
          </a:p>
          <a:p>
            <a:pPr marL="795176" lvl="3" indent="-171442">
              <a:buClr>
                <a:srgbClr val="F03782"/>
              </a:buClr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marL="1003088" lvl="4" indent="-171442">
              <a:buClr>
                <a:srgbClr val="F03782"/>
              </a:buClr>
            </a:pPr>
            <a:r>
              <a:rPr lang="en-US" dirty="0"/>
              <a:t>Fifth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AC0F397-9BF6-4594-946F-74C8A8FA0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US" sz="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TCS Confidential</a:t>
            </a:r>
          </a:p>
        </p:txBody>
      </p: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700" noProof="0" smtClean="0">
                <a:solidFill>
                  <a:schemeClr val="bg1"/>
                </a:solidFill>
              </a:rPr>
              <a:pPr lvl="0"/>
              <a:t>‹#›</a:t>
            </a:fld>
            <a:r>
              <a:rPr lang="en-US" sz="700" noProof="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6" name="Picture 12">
            <a:extLst>
              <a:ext uri="{FF2B5EF4-FFF2-40B4-BE49-F238E27FC236}">
                <a16:creationId xmlns:a16="http://schemas.microsoft.com/office/drawing/2014/main" id="{0DC637A5-44CF-488B-B0CF-95D6258B43C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962479" y="4935086"/>
            <a:ext cx="903923" cy="11887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96B849F-0F60-4E8F-BA8E-E91C2BE0ED3F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B49C25-A889-40F6-B435-4920BCF97B82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E09A9F-6EB0-438C-A1AF-E44A166E116F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06B8FF-CF61-4E23-AD6E-7102A245AB65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F832A92-7EC0-48A4-AB00-6AD52B706E2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5201" t="38245" r="4369" b="37400"/>
          <a:stretch/>
        </p:blipFill>
        <p:spPr>
          <a:xfrm>
            <a:off x="294752" y="4731770"/>
            <a:ext cx="1210439" cy="32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0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</p:sldLayoutIdLst>
  <p:hf sldNum="0"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418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F83842-6792-443C-8ADD-548A11D67CE1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AF219F-7EEE-4E0A-BE98-F63760BECB6A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4CA941-F2C4-474E-A1C0-87930FACB8D8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750701-58D4-4101-89A4-E4C0613A06D1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5AFC90C-80B5-4EFE-8809-234B5FD473F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201" t="38245" r="4369" b="37400"/>
          <a:stretch/>
        </p:blipFill>
        <p:spPr>
          <a:xfrm>
            <a:off x="288868" y="188633"/>
            <a:ext cx="1546282" cy="4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8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</p:sldLayoutIdLst>
  <p:hf sldNum="0"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600" lvl="0" indent="-228600">
              <a:buClr>
                <a:srgbClr val="808285"/>
              </a:buClr>
            </a:pPr>
            <a:r>
              <a:rPr lang="en-US" dirty="0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79B3712-8251-4209-A6B2-D68E8DDA02B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764863" y="471477"/>
            <a:ext cx="1100528" cy="1447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4F95B4B-C396-4324-B018-1B92580F486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201" t="38245" r="4369" b="37400"/>
          <a:stretch/>
        </p:blipFill>
        <p:spPr>
          <a:xfrm>
            <a:off x="288868" y="188633"/>
            <a:ext cx="1546282" cy="4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4995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600" lvl="0" indent="-228600">
              <a:buClr>
                <a:srgbClr val="808285"/>
              </a:buClr>
            </a:pPr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19CEDA-3252-4288-8BA5-3D2839DB535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DA4006B-35B5-4917-8DF4-E3AC5FD8F234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FC735E-CC28-4305-8172-FA3E342C4919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6E633C-CDA1-4590-8A4C-EC1DEA930983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E660D-A715-4BFA-88E2-2E56B38B4814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6FD7E49-A617-451C-BDC3-C92E782A139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800" r="5201" b="38801"/>
          <a:stretch/>
        </p:blipFill>
        <p:spPr>
          <a:xfrm>
            <a:off x="291248" y="194983"/>
            <a:ext cx="1530407" cy="38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2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lvl="0">
              <a:buClr>
                <a:srgbClr val="808285"/>
              </a:buClr>
              <a:buFont typeface="Wingdings" panose="05000000000000000000" pitchFamily="2" charset="2"/>
            </a:pPr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6C3E544-8A7D-4A05-BACB-53993D69F60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C957E12-0440-4D5C-9072-175DEC38AD94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E361A6-FC04-4C80-AD58-57FE37906695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56692C-A765-4A72-8AA2-C67B8F258FD6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C862A-724A-41E3-A5D2-E4E804057869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095C25F-B682-451A-9062-57CD9377F0A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245" r="4369" b="37400"/>
          <a:stretch/>
        </p:blipFill>
        <p:spPr>
          <a:xfrm>
            <a:off x="288868" y="188633"/>
            <a:ext cx="1546282" cy="4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5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>
          <a:solidFill>
            <a:srgbClr val="007DC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lvl="0">
              <a:buClr>
                <a:srgbClr val="808285"/>
              </a:buClr>
              <a:buFont typeface="Wingdings" panose="05000000000000000000" pitchFamily="2" charset="2"/>
            </a:pPr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12236BE-0B10-4A19-A1FA-D925A1A18FE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2A8411-6656-4716-AFF8-5D7071AE444D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C99FE9-B526-4CD6-916F-35F70B52AC64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9C38DB5-4B6E-4224-8A90-E4395A52213E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C0FC6E-3137-4A1C-8522-A8BEFDA08395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F9EE834-AA2B-4052-9E47-EF8B765DE96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800" r="5201" b="38801"/>
          <a:stretch/>
        </p:blipFill>
        <p:spPr>
          <a:xfrm>
            <a:off x="291248" y="194983"/>
            <a:ext cx="1530407" cy="38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42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>
          <a:solidFill>
            <a:srgbClr val="007DC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lvl="0">
              <a:buClr>
                <a:srgbClr val="808285"/>
              </a:buClr>
              <a:buFont typeface="Wingdings" panose="05000000000000000000" pitchFamily="2" charset="2"/>
            </a:pPr>
            <a:r>
              <a:rPr lang="en-US" dirty="0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8C03849-569E-4E81-9DEE-D0F3BCEF97C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0D9C9A4-374D-4BDB-98AE-A5691A4DFC26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DD42FC-C7A2-4C0A-90A2-0C2193151AE4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C46646A-F1F2-45C5-ADFF-59DB66796D36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3B4D52-2D09-423E-8851-13CA5EAA27BC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D190F62-7268-479B-BEFD-A1FB9A28AB5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245" r="4369" b="37400"/>
          <a:stretch/>
        </p:blipFill>
        <p:spPr>
          <a:xfrm>
            <a:off x="288868" y="188633"/>
            <a:ext cx="1546282" cy="4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02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>
          <a:solidFill>
            <a:srgbClr val="EB5000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lvl="0">
              <a:buClr>
                <a:srgbClr val="808285"/>
              </a:buClr>
              <a:buFont typeface="Wingdings" panose="05000000000000000000" pitchFamily="2" charset="2"/>
            </a:pPr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1287A-0FDB-490A-A6F1-85A9C11ADE1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DE1A67-C6D5-48C4-B866-F0D1BF5E1E26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F01CD3-13C2-4BAC-8AA6-BD13E344F14B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BC4D46-DBAE-43F1-970F-9D7ABD7C9D2F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E77D7C-B379-46EA-8076-7613E29D0C91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5155CD8-F0E2-4EC7-9796-05D06ACCCC2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800" r="5201" b="38801"/>
          <a:stretch/>
        </p:blipFill>
        <p:spPr>
          <a:xfrm>
            <a:off x="291248" y="194983"/>
            <a:ext cx="1530407" cy="38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60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>
          <a:solidFill>
            <a:srgbClr val="EB5000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lvl="0">
              <a:buClr>
                <a:srgbClr val="808285"/>
              </a:buClr>
              <a:buFont typeface="Wingdings" panose="05000000000000000000" pitchFamily="2" charset="2"/>
            </a:pPr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B8926CD-EFC0-4C87-B119-E8A27B57C7F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582895-8422-4248-8A5D-67ACFDD07B87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106BDD-18B8-412E-B8A5-C1272139CB10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77D001C-0883-4A9B-AB9B-8743640BBB90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FBBEA4-B462-4E65-B293-F78B28DD8962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DE75CFF-5D34-462D-80FE-24C74683F4D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245" r="4369" b="37400"/>
          <a:stretch/>
        </p:blipFill>
        <p:spPr>
          <a:xfrm>
            <a:off x="288868" y="188633"/>
            <a:ext cx="1546282" cy="4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1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>
          <a:solidFill>
            <a:srgbClr val="FFE600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lvl="0">
              <a:buClr>
                <a:srgbClr val="808285"/>
              </a:buClr>
              <a:buFont typeface="Wingdings" panose="05000000000000000000" pitchFamily="2" charset="2"/>
            </a:pPr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D067BE1-F59D-49A3-8739-9E997632726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72D9C7-4D6B-4014-95A9-4C93CB050823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7C5617-9B19-42EC-9D6A-982A7CFBB940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8A3FB0-136A-4E2B-951B-3DF5F25B2379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07EA7B-DD8D-4663-B274-8DFFC5148B2E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291BB8A-4E2F-4741-BA21-505A3816BAE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800" r="5201" b="38801"/>
          <a:stretch/>
        </p:blipFill>
        <p:spPr>
          <a:xfrm>
            <a:off x="291248" y="194983"/>
            <a:ext cx="1530407" cy="38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4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>
          <a:solidFill>
            <a:srgbClr val="E4116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600" lvl="0" indent="-228600">
              <a:buClr>
                <a:srgbClr val="808285"/>
              </a:buClr>
            </a:pPr>
            <a:r>
              <a:rPr lang="en-US" dirty="0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5D403D9-A3B2-407A-A1CA-49C2087C361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595F3A-A74C-4C24-8055-48FF9C4B462C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3229D3-A4EA-4A35-89A7-7762A3D99B1E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91DEC30-E37A-4556-B1DE-664128714CEE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84EB1C-30AD-40F8-ACB3-B2981CC24994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8FA2ED9-2541-46C5-A84B-77CC7C2909D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245" r="4369" b="37400"/>
          <a:stretch/>
        </p:blipFill>
        <p:spPr>
          <a:xfrm>
            <a:off x="288868" y="188633"/>
            <a:ext cx="1546282" cy="4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1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1620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600" lvl="0" indent="-228600">
              <a:buClr>
                <a:srgbClr val="808285"/>
              </a:buClr>
            </a:pPr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7ECEEC-A5DE-4953-8CBF-51870BABA1C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FE69D1-C8F1-4D94-B992-27C85582D39B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6236DB-127D-4D8F-BFC5-99043D71229C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C36E6F-B854-4755-AB53-E5C047F361D0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356135-68DF-46CB-B2BD-3396E76C2289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735E511-1906-492D-AFF7-87DA2DDB40F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800" r="5201" b="38801"/>
          <a:stretch/>
        </p:blipFill>
        <p:spPr>
          <a:xfrm>
            <a:off x="291248" y="194983"/>
            <a:ext cx="1530407" cy="38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2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1620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FDCA02-8EB4-47A9-A509-2F2B8731F4E5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CA6F19-D3DF-4413-AE2E-B9826B478333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A1FE8A-07CC-43DC-98A3-0C47E8ED4E06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0DA33-8F02-4626-82E1-BCDA6726A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227763"/>
            <a:ext cx="2650475" cy="68615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>
              <a:lnSpc>
                <a:spcPct val="100000"/>
              </a:lnSpc>
              <a:spcBef>
                <a:spcPts val="43"/>
              </a:spcBef>
            </a:pPr>
            <a:r>
              <a:rPr lang="en-US" dirty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FAEF59-6E36-48A5-9AF1-73FF67090C2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764863" y="471477"/>
            <a:ext cx="1100528" cy="14472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9CE293C-BB97-4D12-B65A-FE6F1078662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201" t="38245" r="4369" b="37400"/>
          <a:stretch/>
        </p:blipFill>
        <p:spPr>
          <a:xfrm>
            <a:off x="288868" y="188633"/>
            <a:ext cx="1546282" cy="4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11997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US" sz="2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227763"/>
            <a:ext cx="2650475" cy="68615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>
              <a:spcBef>
                <a:spcPts val="43"/>
              </a:spcBef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6E3AF07-E9A3-4874-BB09-59C22FA2D36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16590AA-3667-48B3-87ED-C4A09CDFE164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7E1BD5-6100-419D-B8F9-30E03A565220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A870BF-381A-4DEA-A865-45FBF81D3955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F7C01B-D556-417D-9E3D-AB40942B56A1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DD8E38F-3007-460C-8165-47CD4D3DBDD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800" r="5201" b="38801"/>
          <a:stretch/>
        </p:blipFill>
        <p:spPr>
          <a:xfrm>
            <a:off x="291248" y="194983"/>
            <a:ext cx="1530407" cy="38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3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0" i="0" kern="0" spc="-5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1620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8216FA1-4A56-46E6-BB77-D6006B7684D3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FEFDF6-0C60-43AA-ADD5-901E502E80B5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38AF1A-EA00-4882-84C6-CBA46A27A7C5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4BC39D-DEC7-4FC1-BFC5-98DE92A66721}"/>
              </a:ext>
            </a:extLst>
          </p:cNvPr>
          <p:cNvSpPr/>
          <p:nvPr/>
        </p:nvSpPr>
        <p:spPr>
          <a:xfrm>
            <a:off x="292098" y="2395468"/>
            <a:ext cx="2650475" cy="3507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lvl="0"/>
            <a:r>
              <a:rPr lang="en-US" sz="2200" b="0" kern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37FEB07C-5878-4697-A42C-CB8DD47499D0}"/>
              </a:ext>
            </a:extLst>
          </p:cNvPr>
          <p:cNvSpPr txBox="1"/>
          <p:nvPr/>
        </p:nvSpPr>
        <p:spPr>
          <a:xfrm>
            <a:off x="291953" y="4927600"/>
            <a:ext cx="1902444" cy="1077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5776">
              <a:lnSpc>
                <a:spcPct val="100000"/>
              </a:lnSpc>
              <a:spcBef>
                <a:spcPts val="45"/>
              </a:spcBef>
            </a:pPr>
            <a:r>
              <a:rPr sz="700" b="0" spc="-2" dirty="0">
                <a:solidFill>
                  <a:srgbClr val="E41165"/>
                </a:solidFill>
                <a:latin typeface="Calibri"/>
                <a:cs typeface="Calibri"/>
              </a:rPr>
              <a:t>Copyright</a:t>
            </a:r>
            <a:r>
              <a:rPr sz="700" b="0" spc="-7" dirty="0">
                <a:solidFill>
                  <a:srgbClr val="E41165"/>
                </a:solidFill>
                <a:latin typeface="Calibri"/>
                <a:cs typeface="Calibri"/>
              </a:rPr>
              <a:t> </a:t>
            </a:r>
            <a:r>
              <a:rPr sz="700" b="0" dirty="0">
                <a:solidFill>
                  <a:srgbClr val="E41165"/>
                </a:solidFill>
                <a:latin typeface="Calibri"/>
                <a:cs typeface="Calibri"/>
              </a:rPr>
              <a:t>©</a:t>
            </a:r>
            <a:r>
              <a:rPr sz="700" b="0" spc="-7" dirty="0">
                <a:solidFill>
                  <a:srgbClr val="E41165"/>
                </a:solidFill>
                <a:latin typeface="Calibri"/>
                <a:cs typeface="Calibri"/>
              </a:rPr>
              <a:t> </a:t>
            </a:r>
            <a:r>
              <a:rPr sz="700" b="0" dirty="0">
                <a:solidFill>
                  <a:srgbClr val="E41165"/>
                </a:solidFill>
                <a:latin typeface="Calibri"/>
                <a:cs typeface="Calibri"/>
              </a:rPr>
              <a:t>202</a:t>
            </a:r>
            <a:r>
              <a:rPr lang="en-IN" sz="700" b="0" dirty="0">
                <a:solidFill>
                  <a:srgbClr val="E41165"/>
                </a:solidFill>
                <a:latin typeface="Calibri"/>
                <a:cs typeface="Calibri"/>
              </a:rPr>
              <a:t>2</a:t>
            </a:r>
            <a:r>
              <a:rPr sz="700" b="0" spc="-2" dirty="0">
                <a:solidFill>
                  <a:srgbClr val="E41165"/>
                </a:solidFill>
                <a:latin typeface="Calibri"/>
                <a:cs typeface="Calibri"/>
              </a:rPr>
              <a:t> Tata</a:t>
            </a:r>
            <a:r>
              <a:rPr sz="700" b="0" spc="-7" dirty="0">
                <a:solidFill>
                  <a:srgbClr val="E41165"/>
                </a:solidFill>
                <a:latin typeface="Calibri"/>
                <a:cs typeface="Calibri"/>
              </a:rPr>
              <a:t> </a:t>
            </a:r>
            <a:r>
              <a:rPr sz="700" b="0" spc="-2" dirty="0">
                <a:solidFill>
                  <a:srgbClr val="E41165"/>
                </a:solidFill>
                <a:latin typeface="Calibri"/>
                <a:cs typeface="Calibri"/>
              </a:rPr>
              <a:t>Consultancy</a:t>
            </a:r>
            <a:r>
              <a:rPr sz="700" b="0" spc="-7" dirty="0">
                <a:solidFill>
                  <a:srgbClr val="E41165"/>
                </a:solidFill>
                <a:latin typeface="Calibri"/>
                <a:cs typeface="Calibri"/>
              </a:rPr>
              <a:t> </a:t>
            </a:r>
            <a:r>
              <a:rPr sz="700" b="0" spc="-2" dirty="0">
                <a:solidFill>
                  <a:srgbClr val="E41165"/>
                </a:solidFill>
                <a:latin typeface="Calibri"/>
                <a:cs typeface="Calibri"/>
              </a:rPr>
              <a:t>Services Limited</a:t>
            </a:r>
            <a:endParaRPr sz="700" b="0" dirty="0">
              <a:solidFill>
                <a:srgbClr val="E41165"/>
              </a:solidFill>
              <a:latin typeface="Calibri"/>
              <a:cs typeface="Calibri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8A6957D-225C-4484-B526-74E0CB657FB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0D09A0B-5B1A-49C8-8FD8-5B2530F00F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245" r="4369" b="37400"/>
          <a:stretch/>
        </p:blipFill>
        <p:spPr>
          <a:xfrm>
            <a:off x="288868" y="188633"/>
            <a:ext cx="1546282" cy="4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</p:sldLayoutIdLst>
  <p:hf sldNum="0"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US" sz="2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E663A1-B469-4477-ACD8-AF6930245A32}"/>
              </a:ext>
            </a:extLst>
          </p:cNvPr>
          <p:cNvSpPr/>
          <p:nvPr/>
        </p:nvSpPr>
        <p:spPr>
          <a:xfrm>
            <a:off x="292098" y="2395468"/>
            <a:ext cx="2650475" cy="3507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lvl="0"/>
            <a:r>
              <a:rPr lang="en-US" sz="2200" b="0" kern="0" baseline="0" dirty="0"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722452D-299C-4935-8E11-CB749311D789}"/>
              </a:ext>
            </a:extLst>
          </p:cNvPr>
          <p:cNvSpPr txBox="1"/>
          <p:nvPr/>
        </p:nvSpPr>
        <p:spPr>
          <a:xfrm>
            <a:off x="291953" y="4927600"/>
            <a:ext cx="1902444" cy="1077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5776">
              <a:lnSpc>
                <a:spcPct val="100000"/>
              </a:lnSpc>
              <a:spcBef>
                <a:spcPts val="45"/>
              </a:spcBef>
            </a:pPr>
            <a:r>
              <a:rPr sz="700" b="0" spc="-2" dirty="0">
                <a:solidFill>
                  <a:srgbClr val="E41165"/>
                </a:solidFill>
                <a:latin typeface="Calibri"/>
                <a:cs typeface="Calibri"/>
              </a:rPr>
              <a:t>Copyright</a:t>
            </a:r>
            <a:r>
              <a:rPr sz="700" b="0" spc="-7" dirty="0">
                <a:solidFill>
                  <a:srgbClr val="E41165"/>
                </a:solidFill>
                <a:latin typeface="Calibri"/>
                <a:cs typeface="Calibri"/>
              </a:rPr>
              <a:t> </a:t>
            </a:r>
            <a:r>
              <a:rPr sz="700" b="0" dirty="0">
                <a:solidFill>
                  <a:srgbClr val="E41165"/>
                </a:solidFill>
                <a:latin typeface="Calibri"/>
                <a:cs typeface="Calibri"/>
              </a:rPr>
              <a:t>©</a:t>
            </a:r>
            <a:r>
              <a:rPr sz="700" b="0" spc="-7" dirty="0">
                <a:solidFill>
                  <a:srgbClr val="E41165"/>
                </a:solidFill>
                <a:latin typeface="Calibri"/>
                <a:cs typeface="Calibri"/>
              </a:rPr>
              <a:t> </a:t>
            </a:r>
            <a:r>
              <a:rPr sz="700" b="0" dirty="0">
                <a:solidFill>
                  <a:srgbClr val="E41165"/>
                </a:solidFill>
                <a:latin typeface="Calibri"/>
                <a:cs typeface="Calibri"/>
              </a:rPr>
              <a:t>202</a:t>
            </a:r>
            <a:r>
              <a:rPr lang="en-IN" sz="700" b="0" dirty="0">
                <a:solidFill>
                  <a:srgbClr val="E41165"/>
                </a:solidFill>
                <a:latin typeface="Calibri"/>
                <a:cs typeface="Calibri"/>
              </a:rPr>
              <a:t>2</a:t>
            </a:r>
            <a:r>
              <a:rPr sz="700" b="0" spc="-2" dirty="0">
                <a:solidFill>
                  <a:srgbClr val="E41165"/>
                </a:solidFill>
                <a:latin typeface="Calibri"/>
                <a:cs typeface="Calibri"/>
              </a:rPr>
              <a:t> Tata</a:t>
            </a:r>
            <a:r>
              <a:rPr sz="700" b="0" spc="-7" dirty="0">
                <a:solidFill>
                  <a:srgbClr val="E41165"/>
                </a:solidFill>
                <a:latin typeface="Calibri"/>
                <a:cs typeface="Calibri"/>
              </a:rPr>
              <a:t> </a:t>
            </a:r>
            <a:r>
              <a:rPr sz="700" b="0" spc="-2" dirty="0">
                <a:solidFill>
                  <a:srgbClr val="E41165"/>
                </a:solidFill>
                <a:latin typeface="Calibri"/>
                <a:cs typeface="Calibri"/>
              </a:rPr>
              <a:t>Consultancy</a:t>
            </a:r>
            <a:r>
              <a:rPr sz="700" b="0" spc="-7" dirty="0">
                <a:solidFill>
                  <a:srgbClr val="E41165"/>
                </a:solidFill>
                <a:latin typeface="Calibri"/>
                <a:cs typeface="Calibri"/>
              </a:rPr>
              <a:t> </a:t>
            </a:r>
            <a:r>
              <a:rPr sz="700" b="0" spc="-2" dirty="0">
                <a:solidFill>
                  <a:srgbClr val="E41165"/>
                </a:solidFill>
                <a:latin typeface="Calibri"/>
                <a:cs typeface="Calibri"/>
              </a:rPr>
              <a:t>Services Limited</a:t>
            </a:r>
            <a:endParaRPr sz="700" b="0" dirty="0">
              <a:solidFill>
                <a:srgbClr val="E41165"/>
              </a:solidFill>
              <a:latin typeface="Calibri"/>
              <a:cs typeface="Calibri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1EE9218-C7DD-4E45-ACF2-8F5DB8A34D0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2E0E5C-42D9-44C3-89C1-D707CE9B147A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31B4C3-D5FA-4A30-BE4D-5CDA923C786E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1F9BF62-AEA7-458C-8360-8B032A2CF622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B9762-CAFF-4D0A-B818-46287453272F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DBCFA74-F67F-4E78-AA47-E4B870B6063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800" r="5201" b="38801"/>
          <a:stretch/>
        </p:blipFill>
        <p:spPr>
          <a:xfrm>
            <a:off x="291248" y="194983"/>
            <a:ext cx="1530407" cy="38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5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0" i="0" kern="0" spc="-5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  <p15:guide id="7" orient="horz" pos="1620">
          <p15:clr>
            <a:srgbClr val="F26B43"/>
          </p15:clr>
        </p15:guide>
      </p15:sldGuideLst>
    </p:ext>
  </p:extLst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6">
            <a:extLst>
              <a:ext uri="{FF2B5EF4-FFF2-40B4-BE49-F238E27FC236}">
                <a16:creationId xmlns:a16="http://schemas.microsoft.com/office/drawing/2014/main" id="{27E1315B-68E3-4ED4-838C-A393F3DD8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1" y="107915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82E5CC4A-21D9-474F-B0D3-0CBAA1F88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461" y="839933"/>
            <a:ext cx="7886195" cy="3263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3AD4A94-C96C-4B26-B251-ACD1B295F50F}"/>
              </a:ext>
            </a:extLst>
          </p:cNvPr>
          <p:cNvSpPr txBox="1">
            <a:spLocks/>
          </p:cNvSpPr>
          <p:nvPr userDrawn="1"/>
        </p:nvSpPr>
        <p:spPr>
          <a:xfrm>
            <a:off x="4540251" y="4891759"/>
            <a:ext cx="1210588" cy="215444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>
            <a:defPPr>
              <a:defRPr lang="en-US"/>
            </a:defPPr>
            <a:lvl1pPr defTabSz="914400">
              <a:defRPr sz="800" b="1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r>
              <a:rPr lang="en-US" sz="6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Document Classification</a:t>
            </a:r>
          </a:p>
        </p:txBody>
      </p:sp>
      <p:sp>
        <p:nvSpPr>
          <p:cNvPr id="22" name="Rectangle 71">
            <a:extLst>
              <a:ext uri="{FF2B5EF4-FFF2-40B4-BE49-F238E27FC236}">
                <a16:creationId xmlns:a16="http://schemas.microsoft.com/office/drawing/2014/main" id="{64C7F1E1-4994-42CE-A6CC-C5A5B84287A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99349" y="4864345"/>
            <a:ext cx="300588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600" noProof="0" smtClean="0"/>
              <a:pPr lvl="0"/>
              <a:t>‹#›</a:t>
            </a:fld>
            <a:r>
              <a:rPr lang="en-US" sz="600" noProof="0" dirty="0"/>
              <a:t>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A751A1-620D-42C6-BBE9-5436955A622E}"/>
              </a:ext>
            </a:extLst>
          </p:cNvPr>
          <p:cNvCxnSpPr/>
          <p:nvPr userDrawn="1"/>
        </p:nvCxnSpPr>
        <p:spPr>
          <a:xfrm>
            <a:off x="4565003" y="4945062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FC1205E-9429-474B-ACF3-F90B71C5D0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5" t="21191" r="8635" b="21190"/>
          <a:stretch/>
        </p:blipFill>
        <p:spPr>
          <a:xfrm>
            <a:off x="281647" y="4742464"/>
            <a:ext cx="1032805" cy="290477"/>
          </a:xfrm>
          <a:prstGeom prst="rect">
            <a:avLst/>
          </a:prstGeom>
        </p:spPr>
      </p:pic>
      <p:pic>
        <p:nvPicPr>
          <p:cNvPr id="9" name="Picture 8" descr="A picture containing text, clock, clipart&#10;&#10;Description automatically generated">
            <a:extLst>
              <a:ext uri="{FF2B5EF4-FFF2-40B4-BE49-F238E27FC236}">
                <a16:creationId xmlns:a16="http://schemas.microsoft.com/office/drawing/2014/main" id="{D9B35951-684A-4F2D-BB01-CE330BE2F3A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229" y="4941682"/>
            <a:ext cx="870019" cy="12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11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</p:sldLayoutIdLst>
  <p:txStyles>
    <p:titleStyle>
      <a:lvl1pPr eaLnBrk="1" hangingPunct="1">
        <a:defRPr lang="en-US" sz="1575" b="0" kern="0" baseline="0" dirty="0">
          <a:solidFill>
            <a:srgbClr val="F03782"/>
          </a:solidFill>
          <a:latin typeface="+mj-lt"/>
          <a:ea typeface="+mj-ea"/>
          <a:cs typeface="+mj-cs"/>
        </a:defRPr>
      </a:lvl1pPr>
    </p:titleStyle>
    <p:bodyStyle>
      <a:lvl1pPr marL="128588" indent="-128588" eaLnBrk="1" hangingPunct="1">
        <a:buClr>
          <a:srgbClr val="F03782"/>
        </a:buClr>
        <a:buFont typeface="Arial" panose="020B0604020202020204" pitchFamily="34" charset="0"/>
        <a:buChar char="•"/>
        <a:defRPr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4529" indent="-128588" eaLnBrk="1" hangingPunct="1">
        <a:buClr>
          <a:srgbClr val="F03782"/>
        </a:buClr>
        <a:buFont typeface="Symbol" panose="05050102010706020507" pitchFamily="18" charset="2"/>
        <a:buChar char="-"/>
        <a:defRPr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40471" indent="-128588" eaLnBrk="1" hangingPunct="1">
        <a:buClr>
          <a:srgbClr val="F03782"/>
        </a:buClr>
        <a:buFont typeface="Arial" panose="020B0604020202020204" pitchFamily="34" charset="0"/>
        <a:buChar char="•"/>
        <a:defRPr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96412" indent="-128588" eaLnBrk="1" hangingPunct="1">
        <a:buClr>
          <a:srgbClr val="F03782"/>
        </a:buClr>
        <a:buFont typeface="Courier New" panose="02070309020205020404" pitchFamily="49" charset="0"/>
        <a:buChar char="o"/>
        <a:defRPr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752354" indent="-128588" eaLnBrk="1" hangingPunct="1">
        <a:buClr>
          <a:srgbClr val="F03782"/>
        </a:buClr>
        <a:buFont typeface="Arial" panose="020B0604020202020204" pitchFamily="34" charset="0"/>
        <a:buChar char="•"/>
        <a:defRPr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779708" eaLnBrk="1" hangingPunct="1">
        <a:defRPr>
          <a:latin typeface="+mn-lt"/>
          <a:ea typeface="+mn-ea"/>
          <a:cs typeface="+mn-cs"/>
        </a:defRPr>
      </a:lvl6pPr>
      <a:lvl7pPr marL="935650" eaLnBrk="1" hangingPunct="1">
        <a:defRPr>
          <a:latin typeface="+mn-lt"/>
          <a:ea typeface="+mn-ea"/>
          <a:cs typeface="+mn-cs"/>
        </a:defRPr>
      </a:lvl7pPr>
      <a:lvl8pPr marL="1091591" eaLnBrk="1" hangingPunct="1">
        <a:defRPr>
          <a:latin typeface="+mn-lt"/>
          <a:ea typeface="+mn-ea"/>
          <a:cs typeface="+mn-cs"/>
        </a:defRPr>
      </a:lvl8pPr>
      <a:lvl9pPr marL="1247533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155942" eaLnBrk="1" hangingPunct="1">
        <a:defRPr>
          <a:latin typeface="+mn-lt"/>
          <a:ea typeface="+mn-ea"/>
          <a:cs typeface="+mn-cs"/>
        </a:defRPr>
      </a:lvl2pPr>
      <a:lvl3pPr marL="311883" eaLnBrk="1" hangingPunct="1">
        <a:defRPr>
          <a:latin typeface="+mn-lt"/>
          <a:ea typeface="+mn-ea"/>
          <a:cs typeface="+mn-cs"/>
        </a:defRPr>
      </a:lvl3pPr>
      <a:lvl4pPr marL="467825" eaLnBrk="1" hangingPunct="1">
        <a:defRPr>
          <a:latin typeface="+mn-lt"/>
          <a:ea typeface="+mn-ea"/>
          <a:cs typeface="+mn-cs"/>
        </a:defRPr>
      </a:lvl4pPr>
      <a:lvl5pPr marL="623766" eaLnBrk="1" hangingPunct="1">
        <a:defRPr>
          <a:latin typeface="+mn-lt"/>
          <a:ea typeface="+mn-ea"/>
          <a:cs typeface="+mn-cs"/>
        </a:defRPr>
      </a:lvl5pPr>
      <a:lvl6pPr marL="779708" eaLnBrk="1" hangingPunct="1">
        <a:defRPr>
          <a:latin typeface="+mn-lt"/>
          <a:ea typeface="+mn-ea"/>
          <a:cs typeface="+mn-cs"/>
        </a:defRPr>
      </a:lvl6pPr>
      <a:lvl7pPr marL="935650" eaLnBrk="1" hangingPunct="1">
        <a:defRPr>
          <a:latin typeface="+mn-lt"/>
          <a:ea typeface="+mn-ea"/>
          <a:cs typeface="+mn-cs"/>
        </a:defRPr>
      </a:lvl7pPr>
      <a:lvl8pPr marL="1091591" eaLnBrk="1" hangingPunct="1">
        <a:defRPr>
          <a:latin typeface="+mn-lt"/>
          <a:ea typeface="+mn-ea"/>
          <a:cs typeface="+mn-cs"/>
        </a:defRPr>
      </a:lvl8pPr>
      <a:lvl9pPr marL="1247533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29">
          <p15:clr>
            <a:srgbClr val="F26B43"/>
          </p15:clr>
        </p15:guide>
        <p15:guide id="4" pos="5631">
          <p15:clr>
            <a:srgbClr val="F26B43"/>
          </p15:clr>
        </p15:guide>
        <p15:guide id="5" orient="horz" pos="424">
          <p15:clr>
            <a:srgbClr val="F26B43"/>
          </p15:clr>
        </p15:guide>
        <p15:guide id="6" orient="horz" pos="2946">
          <p15:clr>
            <a:srgbClr val="F26B43"/>
          </p15:clr>
        </p15:guide>
        <p15:guide id="7" pos="179">
          <p15:clr>
            <a:srgbClr val="F26B43"/>
          </p15:clr>
        </p15:guide>
      </p15:sldGuideLst>
    </p:ext>
  </p:extLst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4E41C23-2A04-440A-A439-8B36022F5942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2" y="107915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30D6D-B7EA-4150-94B2-C963D98EB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665" y="839933"/>
            <a:ext cx="8572737" cy="326303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171442" lvl="0" indent="-171442">
              <a:buClr>
                <a:srgbClr val="F03782"/>
              </a:buClr>
            </a:pPr>
            <a:r>
              <a:rPr lang="en-US"/>
              <a:t>Click to edit Master text styles</a:t>
            </a:r>
          </a:p>
          <a:p>
            <a:pPr marL="171442" lvl="1" indent="-171442">
              <a:buClr>
                <a:srgbClr val="F03782"/>
              </a:buClr>
            </a:pPr>
            <a:r>
              <a:rPr lang="en-US"/>
              <a:t>Second level</a:t>
            </a:r>
          </a:p>
          <a:p>
            <a:pPr marL="171442" lvl="2" indent="-171442">
              <a:buClr>
                <a:srgbClr val="F03782"/>
              </a:buClr>
            </a:pPr>
            <a:r>
              <a:rPr lang="en-US"/>
              <a:t>Third level</a:t>
            </a:r>
          </a:p>
          <a:p>
            <a:pPr marL="171442" lvl="3" indent="-171442">
              <a:buClr>
                <a:srgbClr val="F03782"/>
              </a:buClr>
            </a:pPr>
            <a:r>
              <a:rPr lang="en-US"/>
              <a:t>Fourth level</a:t>
            </a:r>
          </a:p>
          <a:p>
            <a:pPr marL="171442" lvl="4" indent="-171442">
              <a:buClr>
                <a:srgbClr val="F03782"/>
              </a:buClr>
            </a:pPr>
            <a:r>
              <a:rPr lang="en-US"/>
              <a:t>Fifth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AC0F397-9BF6-4594-946F-74C8A8FA0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US" sz="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TCS Confidential</a:t>
            </a:r>
          </a:p>
        </p:txBody>
      </p: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700" noProof="0" smtClean="0"/>
              <a:pPr lvl="0"/>
              <a:t>‹#›</a:t>
            </a:fld>
            <a:r>
              <a:rPr lang="en-US" sz="700" noProof="0" dirty="0"/>
              <a:t>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F403C3-AECA-43E3-B70F-8CE8C20C79F8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AF0D48-F837-443A-B742-FA8AFEE7A4BD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16" name="Picture 12">
            <a:extLst>
              <a:ext uri="{FF2B5EF4-FFF2-40B4-BE49-F238E27FC236}">
                <a16:creationId xmlns:a16="http://schemas.microsoft.com/office/drawing/2014/main" id="{0A546CE0-DB7F-4056-8F41-AAB273C1EF5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962479" y="4935086"/>
            <a:ext cx="903923" cy="1188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5AFFEEF-BA33-4360-BE60-2A11102F0184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4A9845-083F-45EA-86F9-A1C683D3852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5200" t="38871" r="5200" b="38800"/>
          <a:stretch/>
        </p:blipFill>
        <p:spPr>
          <a:xfrm>
            <a:off x="294752" y="4737736"/>
            <a:ext cx="1195187" cy="29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5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</p:sldLayoutIdLst>
  <p:hf sldNum="0"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rgbClr val="E41165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418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600" lvl="0" indent="-228600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79B3712-8251-4209-A6B2-D68E8DDA02B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4F95B4B-C396-4324-B018-1B92580F486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245" r="4369" b="37400"/>
          <a:stretch/>
        </p:blipFill>
        <p:spPr>
          <a:xfrm>
            <a:off x="288868" y="188633"/>
            <a:ext cx="1546282" cy="4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5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846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FDCA02-8EB4-47A9-A509-2F2B8731F4E5}"/>
              </a:ext>
            </a:extLst>
          </p:cNvPr>
          <p:cNvSpPr/>
          <p:nvPr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CA6F19-D3DF-4413-AE2E-B9826B478333}"/>
              </a:ext>
            </a:extLst>
          </p:cNvPr>
          <p:cNvCxnSpPr>
            <a:cxnSpLocks/>
          </p:cNvCxnSpPr>
          <p:nvPr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A1FE8A-07CC-43DC-98A3-0C47E8ED4E06}"/>
              </a:ext>
            </a:extLst>
          </p:cNvPr>
          <p:cNvSpPr txBox="1"/>
          <p:nvPr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0DA33-8F02-4626-82E1-BCDA6726A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227763"/>
            <a:ext cx="2650475" cy="68615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>
              <a:lnSpc>
                <a:spcPct val="100000"/>
              </a:lnSpc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FAEF59-6E36-48A5-9AF1-73FF67090C2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64863" y="471477"/>
            <a:ext cx="1100528" cy="14472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9CE293C-BB97-4D12-B65A-FE6F1078662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245" r="4369" b="37400"/>
          <a:stretch/>
        </p:blipFill>
        <p:spPr>
          <a:xfrm>
            <a:off x="288868" y="188633"/>
            <a:ext cx="1546282" cy="4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10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</p:sldLayoutIdLst>
  <p:hf sldNum="0"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US" sz="2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23B9-62FD-4665-8C95-7BAEB47A2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2"/>
            <a:ext cx="541721" cy="381515"/>
          </a:xfrm>
        </p:spPr>
        <p:txBody>
          <a:bodyPr/>
          <a:lstStyle/>
          <a:p>
            <a:r>
              <a:rPr lang="es-EC" dirty="0"/>
              <a:t>TCS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6D251-C114-43D5-8F8A-80EBA985C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239" y="1657867"/>
            <a:ext cx="3334158" cy="263534"/>
          </a:xfrm>
        </p:spPr>
        <p:txBody>
          <a:bodyPr/>
          <a:lstStyle/>
          <a:p>
            <a:r>
              <a:rPr lang="es-EC" dirty="0"/>
              <a:t>Patrón de diseño arquitectónico - </a:t>
            </a:r>
            <a:r>
              <a:rPr lang="es-EC" dirty="0" err="1"/>
              <a:t>CQRS</a:t>
            </a:r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B5A933F-01F2-4712-8D2E-AB1F6DC0646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0" r="8010"/>
          <a:stretch/>
        </p:blipFill>
        <p:spPr/>
      </p:pic>
      <p:pic>
        <p:nvPicPr>
          <p:cNvPr id="12" name="Google Shape;72;p11">
            <a:extLst>
              <a:ext uri="{FF2B5EF4-FFF2-40B4-BE49-F238E27FC236}">
                <a16:creationId xmlns:a16="http://schemas.microsoft.com/office/drawing/2014/main" id="{A3C27C10-036E-45A6-A681-2D0346E2716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1802" r="1802" b="76763"/>
          <a:stretch/>
        </p:blipFill>
        <p:spPr>
          <a:xfrm>
            <a:off x="4398264" y="4534558"/>
            <a:ext cx="2225992" cy="36806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FF359CC-0C9D-4763-B288-A2E75E0A3AD0}"/>
              </a:ext>
            </a:extLst>
          </p:cNvPr>
          <p:cNvSpPr txBox="1">
            <a:spLocks/>
          </p:cNvSpPr>
          <p:nvPr/>
        </p:nvSpPr>
        <p:spPr>
          <a:xfrm>
            <a:off x="413791" y="4218064"/>
            <a:ext cx="2731136" cy="197651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>
            <a:lvl1pPr marL="0" indent="0" eaLnBrk="1" hangingPunct="1">
              <a:buClr>
                <a:srgbClr val="808285"/>
              </a:buClr>
              <a:buFont typeface="Wingdings" panose="05000000000000000000" pitchFamily="2" charset="2"/>
              <a:buNone/>
              <a:defRPr lang="en-US" sz="1600" kern="1200" spc="2" dirty="0">
                <a:solidFill>
                  <a:srgbClr val="FFE600"/>
                </a:solidFill>
                <a:latin typeface="Calibri"/>
                <a:ea typeface="+mn-ea"/>
                <a:cs typeface="Calibri"/>
              </a:defRPr>
            </a:lvl1pPr>
            <a:lvl2pPr marL="379372" indent="-171450" eaLnBrk="1" hangingPunct="1">
              <a:buClr>
                <a:srgbClr val="808285"/>
              </a:buClr>
              <a:buFont typeface="Symbol" panose="05050102010706020507" pitchFamily="18" charset="2"/>
              <a:buChar char="-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87294" indent="-171450" eaLnBrk="1" hangingPunct="1">
              <a:buClr>
                <a:srgbClr val="808285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95216" indent="-171450" eaLnBrk="1" hangingPunct="1">
              <a:buClr>
                <a:srgbClr val="808285"/>
              </a:buClr>
              <a:buFont typeface="Courier New" panose="02070309020205020404" pitchFamily="49" charset="0"/>
              <a:buChar char="o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3138" indent="-171450" eaLnBrk="1" hangingPunct="1">
              <a:buClr>
                <a:srgbClr val="808285"/>
              </a:buClr>
              <a:buFont typeface="Wingdings" panose="05000000000000000000" pitchFamily="2" charset="2"/>
              <a:buChar char="§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39611" eaLnBrk="1" hangingPunct="1">
              <a:defRPr>
                <a:latin typeface="+mn-lt"/>
                <a:ea typeface="+mn-ea"/>
                <a:cs typeface="+mn-cs"/>
              </a:defRPr>
            </a:lvl6pPr>
            <a:lvl7pPr marL="1247533" eaLnBrk="1" hangingPunct="1">
              <a:defRPr>
                <a:latin typeface="+mn-lt"/>
                <a:ea typeface="+mn-ea"/>
                <a:cs typeface="+mn-cs"/>
              </a:defRPr>
            </a:lvl7pPr>
            <a:lvl8pPr marL="1455454" eaLnBrk="1" hangingPunct="1">
              <a:defRPr>
                <a:latin typeface="+mn-lt"/>
                <a:ea typeface="+mn-ea"/>
                <a:cs typeface="+mn-cs"/>
              </a:defRPr>
            </a:lvl8pPr>
            <a:lvl9pPr marL="166337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1200" b="1" dirty="0" err="1">
                <a:solidFill>
                  <a:schemeClr val="bg2">
                    <a:lumMod val="95000"/>
                  </a:schemeClr>
                </a:solidFill>
              </a:rPr>
              <a:t>Octubre</a:t>
            </a:r>
            <a:r>
              <a:rPr lang="en-US" sz="1200" b="1" dirty="0">
                <a:solidFill>
                  <a:schemeClr val="bg2">
                    <a:lumMod val="95000"/>
                  </a:schemeClr>
                </a:solidFill>
              </a:rPr>
              <a:t> 2024</a:t>
            </a:r>
            <a:endParaRPr lang="es-EC" sz="1200" b="1" dirty="0">
              <a:solidFill>
                <a:schemeClr val="bg2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72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D4519515-147A-4961-BAF4-CFA9D9747273}"/>
              </a:ext>
            </a:extLst>
          </p:cNvPr>
          <p:cNvSpPr txBox="1"/>
          <p:nvPr/>
        </p:nvSpPr>
        <p:spPr>
          <a:xfrm>
            <a:off x="2274779" y="2005814"/>
            <a:ext cx="3136599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lvl="0" indent="-128588" defTabSz="415566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Introducción al problema</a:t>
            </a:r>
          </a:p>
          <a:p>
            <a:pPr marL="128588" lvl="0" indent="-128588" defTabSz="415566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¿Qué es </a:t>
            </a:r>
            <a:r>
              <a:rPr lang="es-ES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CQRS</a:t>
            </a:r>
            <a:r>
              <a:rPr lang="es-ES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?</a:t>
            </a:r>
          </a:p>
          <a:p>
            <a:pPr marL="128588" lvl="0" indent="-128588" defTabSz="415566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C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Diferencias entre </a:t>
            </a:r>
            <a:r>
              <a:rPr lang="es-EC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CRUD</a:t>
            </a:r>
            <a:r>
              <a:rPr lang="es-EC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tradicional vs </a:t>
            </a:r>
            <a:r>
              <a:rPr lang="es-EC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CQRS</a:t>
            </a:r>
            <a:endParaRPr lang="es-EC" sz="1200" dirty="0">
              <a:solidFill>
                <a:prstClr val="black">
                  <a:lumMod val="50000"/>
                  <a:lumOff val="50000"/>
                </a:prstClr>
              </a:solidFill>
            </a:endParaRPr>
          </a:p>
          <a:p>
            <a:pPr marL="128588" lvl="0" indent="-128588" defTabSz="415566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C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Arquitectura </a:t>
            </a:r>
            <a:r>
              <a:rPr lang="es-EC" sz="1200" dirty="0" err="1">
                <a:solidFill>
                  <a:prstClr val="black">
                    <a:lumMod val="50000"/>
                    <a:lumOff val="50000"/>
                  </a:prstClr>
                </a:solidFill>
              </a:rPr>
              <a:t>CQRS</a:t>
            </a:r>
            <a:endParaRPr lang="es-EC" sz="1200" dirty="0">
              <a:solidFill>
                <a:prstClr val="black">
                  <a:lumMod val="50000"/>
                  <a:lumOff val="50000"/>
                </a:prstClr>
              </a:solidFill>
            </a:endParaRPr>
          </a:p>
          <a:p>
            <a:pPr marL="128588" lvl="0" indent="-128588" defTabSz="415566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C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Ejemplo práctico</a:t>
            </a:r>
          </a:p>
          <a:p>
            <a:pPr marL="128588" lvl="0" indent="-128588" defTabSz="415566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C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Ventajas y desventajas</a:t>
            </a:r>
          </a:p>
          <a:p>
            <a:pPr marL="128588" lvl="0" indent="-128588" defTabSz="415566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C" sz="1200" dirty="0">
                <a:solidFill>
                  <a:prstClr val="black">
                    <a:lumMod val="50000"/>
                    <a:lumOff val="50000"/>
                  </a:prstClr>
                </a:solidFill>
              </a:rPr>
              <a:t>Casos de uso reales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CFE498-B605-419B-B3C0-C19A5BF4DF41}"/>
              </a:ext>
            </a:extLst>
          </p:cNvPr>
          <p:cNvSpPr txBox="1"/>
          <p:nvPr/>
        </p:nvSpPr>
        <p:spPr>
          <a:xfrm>
            <a:off x="1556040" y="1467343"/>
            <a:ext cx="2780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Agenda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F545423-E722-49E1-984B-596371323463}"/>
              </a:ext>
            </a:extLst>
          </p:cNvPr>
          <p:cNvGrpSpPr/>
          <p:nvPr/>
        </p:nvGrpSpPr>
        <p:grpSpPr>
          <a:xfrm>
            <a:off x="6256798" y="2054302"/>
            <a:ext cx="534458" cy="501128"/>
            <a:chOff x="5137150" y="3044825"/>
            <a:chExt cx="712788" cy="668338"/>
          </a:xfrm>
        </p:grpSpPr>
        <p:sp>
          <p:nvSpPr>
            <p:cNvPr id="76" name="Freeform 47">
              <a:extLst>
                <a:ext uri="{FF2B5EF4-FFF2-40B4-BE49-F238E27FC236}">
                  <a16:creationId xmlns:a16="http://schemas.microsoft.com/office/drawing/2014/main" id="{4F9FBC4D-708D-4F94-958C-2996751749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7150" y="3471863"/>
              <a:ext cx="238125" cy="236538"/>
            </a:xfrm>
            <a:custGeom>
              <a:avLst/>
              <a:gdLst>
                <a:gd name="T0" fmla="*/ 156 w 311"/>
                <a:gd name="T1" fmla="*/ 310 h 310"/>
                <a:gd name="T2" fmla="*/ 47 w 311"/>
                <a:gd name="T3" fmla="*/ 266 h 310"/>
                <a:gd name="T4" fmla="*/ 0 w 311"/>
                <a:gd name="T5" fmla="*/ 156 h 310"/>
                <a:gd name="T6" fmla="*/ 45 w 311"/>
                <a:gd name="T7" fmla="*/ 46 h 310"/>
                <a:gd name="T8" fmla="*/ 154 w 311"/>
                <a:gd name="T9" fmla="*/ 0 h 310"/>
                <a:gd name="T10" fmla="*/ 156 w 311"/>
                <a:gd name="T11" fmla="*/ 0 h 310"/>
                <a:gd name="T12" fmla="*/ 311 w 311"/>
                <a:gd name="T13" fmla="*/ 153 h 310"/>
                <a:gd name="T14" fmla="*/ 311 w 311"/>
                <a:gd name="T15" fmla="*/ 153 h 310"/>
                <a:gd name="T16" fmla="*/ 267 w 311"/>
                <a:gd name="T17" fmla="*/ 263 h 310"/>
                <a:gd name="T18" fmla="*/ 157 w 311"/>
                <a:gd name="T19" fmla="*/ 310 h 310"/>
                <a:gd name="T20" fmla="*/ 156 w 311"/>
                <a:gd name="T21" fmla="*/ 310 h 310"/>
                <a:gd name="T22" fmla="*/ 156 w 311"/>
                <a:gd name="T23" fmla="*/ 24 h 310"/>
                <a:gd name="T24" fmla="*/ 154 w 311"/>
                <a:gd name="T25" fmla="*/ 24 h 310"/>
                <a:gd name="T26" fmla="*/ 62 w 311"/>
                <a:gd name="T27" fmla="*/ 63 h 310"/>
                <a:gd name="T28" fmla="*/ 24 w 311"/>
                <a:gd name="T29" fmla="*/ 156 h 310"/>
                <a:gd name="T30" fmla="*/ 64 w 311"/>
                <a:gd name="T31" fmla="*/ 249 h 310"/>
                <a:gd name="T32" fmla="*/ 157 w 311"/>
                <a:gd name="T33" fmla="*/ 286 h 310"/>
                <a:gd name="T34" fmla="*/ 249 w 311"/>
                <a:gd name="T35" fmla="*/ 247 h 310"/>
                <a:gd name="T36" fmla="*/ 287 w 311"/>
                <a:gd name="T37" fmla="*/ 153 h 310"/>
                <a:gd name="T38" fmla="*/ 287 w 311"/>
                <a:gd name="T39" fmla="*/ 153 h 310"/>
                <a:gd name="T40" fmla="*/ 156 w 311"/>
                <a:gd name="T41" fmla="*/ 2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1" h="310">
                  <a:moveTo>
                    <a:pt x="156" y="310"/>
                  </a:moveTo>
                  <a:cubicBezTo>
                    <a:pt x="115" y="310"/>
                    <a:pt x="76" y="294"/>
                    <a:pt x="47" y="266"/>
                  </a:cubicBezTo>
                  <a:cubicBezTo>
                    <a:pt x="17" y="237"/>
                    <a:pt x="1" y="198"/>
                    <a:pt x="0" y="156"/>
                  </a:cubicBezTo>
                  <a:cubicBezTo>
                    <a:pt x="0" y="115"/>
                    <a:pt x="16" y="76"/>
                    <a:pt x="45" y="46"/>
                  </a:cubicBezTo>
                  <a:cubicBezTo>
                    <a:pt x="74" y="17"/>
                    <a:pt x="113" y="0"/>
                    <a:pt x="154" y="0"/>
                  </a:cubicBezTo>
                  <a:cubicBezTo>
                    <a:pt x="155" y="0"/>
                    <a:pt x="155" y="0"/>
                    <a:pt x="156" y="0"/>
                  </a:cubicBezTo>
                  <a:cubicBezTo>
                    <a:pt x="241" y="0"/>
                    <a:pt x="310" y="68"/>
                    <a:pt x="311" y="153"/>
                  </a:cubicBezTo>
                  <a:cubicBezTo>
                    <a:pt x="311" y="153"/>
                    <a:pt x="311" y="153"/>
                    <a:pt x="311" y="153"/>
                  </a:cubicBezTo>
                  <a:cubicBezTo>
                    <a:pt x="311" y="195"/>
                    <a:pt x="296" y="234"/>
                    <a:pt x="267" y="263"/>
                  </a:cubicBezTo>
                  <a:cubicBezTo>
                    <a:pt x="238" y="293"/>
                    <a:pt x="199" y="310"/>
                    <a:pt x="157" y="310"/>
                  </a:cubicBezTo>
                  <a:cubicBezTo>
                    <a:pt x="157" y="310"/>
                    <a:pt x="156" y="310"/>
                    <a:pt x="156" y="310"/>
                  </a:cubicBezTo>
                  <a:close/>
                  <a:moveTo>
                    <a:pt x="156" y="24"/>
                  </a:moveTo>
                  <a:cubicBezTo>
                    <a:pt x="155" y="24"/>
                    <a:pt x="155" y="24"/>
                    <a:pt x="154" y="24"/>
                  </a:cubicBezTo>
                  <a:cubicBezTo>
                    <a:pt x="119" y="24"/>
                    <a:pt x="87" y="38"/>
                    <a:pt x="62" y="63"/>
                  </a:cubicBezTo>
                  <a:cubicBezTo>
                    <a:pt x="37" y="88"/>
                    <a:pt x="24" y="121"/>
                    <a:pt x="24" y="156"/>
                  </a:cubicBezTo>
                  <a:cubicBezTo>
                    <a:pt x="25" y="191"/>
                    <a:pt x="39" y="224"/>
                    <a:pt x="64" y="249"/>
                  </a:cubicBezTo>
                  <a:cubicBezTo>
                    <a:pt x="89" y="273"/>
                    <a:pt x="122" y="286"/>
                    <a:pt x="157" y="286"/>
                  </a:cubicBezTo>
                  <a:cubicBezTo>
                    <a:pt x="192" y="286"/>
                    <a:pt x="225" y="272"/>
                    <a:pt x="249" y="247"/>
                  </a:cubicBezTo>
                  <a:cubicBezTo>
                    <a:pt x="274" y="222"/>
                    <a:pt x="287" y="189"/>
                    <a:pt x="287" y="153"/>
                  </a:cubicBezTo>
                  <a:cubicBezTo>
                    <a:pt x="287" y="153"/>
                    <a:pt x="287" y="153"/>
                    <a:pt x="287" y="153"/>
                  </a:cubicBezTo>
                  <a:cubicBezTo>
                    <a:pt x="286" y="82"/>
                    <a:pt x="227" y="24"/>
                    <a:pt x="156" y="24"/>
                  </a:cubicBezTo>
                  <a:close/>
                </a:path>
              </a:pathLst>
            </a:custGeom>
            <a:solidFill>
              <a:srgbClr val="EE3785"/>
            </a:solidFill>
            <a:ln>
              <a:noFill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46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reeform 48">
              <a:extLst>
                <a:ext uri="{FF2B5EF4-FFF2-40B4-BE49-F238E27FC236}">
                  <a16:creationId xmlns:a16="http://schemas.microsoft.com/office/drawing/2014/main" id="{780C151D-DD92-495E-B83D-8486F209B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7675" y="3044825"/>
              <a:ext cx="223838" cy="123825"/>
            </a:xfrm>
            <a:custGeom>
              <a:avLst/>
              <a:gdLst>
                <a:gd name="T0" fmla="*/ 13 w 292"/>
                <a:gd name="T1" fmla="*/ 164 h 164"/>
                <a:gd name="T2" fmla="*/ 4 w 292"/>
                <a:gd name="T3" fmla="*/ 161 h 164"/>
                <a:gd name="T4" fmla="*/ 4 w 292"/>
                <a:gd name="T5" fmla="*/ 144 h 164"/>
                <a:gd name="T6" fmla="*/ 144 w 292"/>
                <a:gd name="T7" fmla="*/ 0 h 164"/>
                <a:gd name="T8" fmla="*/ 288 w 292"/>
                <a:gd name="T9" fmla="*/ 141 h 164"/>
                <a:gd name="T10" fmla="*/ 288 w 292"/>
                <a:gd name="T11" fmla="*/ 158 h 164"/>
                <a:gd name="T12" fmla="*/ 271 w 292"/>
                <a:gd name="T13" fmla="*/ 158 h 164"/>
                <a:gd name="T14" fmla="*/ 145 w 292"/>
                <a:gd name="T15" fmla="*/ 34 h 164"/>
                <a:gd name="T16" fmla="*/ 21 w 292"/>
                <a:gd name="T17" fmla="*/ 160 h 164"/>
                <a:gd name="T18" fmla="*/ 13 w 292"/>
                <a:gd name="T19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2" h="164">
                  <a:moveTo>
                    <a:pt x="13" y="164"/>
                  </a:moveTo>
                  <a:cubicBezTo>
                    <a:pt x="10" y="164"/>
                    <a:pt x="7" y="163"/>
                    <a:pt x="4" y="161"/>
                  </a:cubicBezTo>
                  <a:cubicBezTo>
                    <a:pt x="0" y="156"/>
                    <a:pt x="0" y="148"/>
                    <a:pt x="4" y="14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288" y="141"/>
                    <a:pt x="288" y="141"/>
                    <a:pt x="288" y="141"/>
                  </a:cubicBezTo>
                  <a:cubicBezTo>
                    <a:pt x="292" y="145"/>
                    <a:pt x="292" y="153"/>
                    <a:pt x="288" y="158"/>
                  </a:cubicBezTo>
                  <a:cubicBezTo>
                    <a:pt x="283" y="162"/>
                    <a:pt x="276" y="162"/>
                    <a:pt x="271" y="158"/>
                  </a:cubicBezTo>
                  <a:cubicBezTo>
                    <a:pt x="145" y="34"/>
                    <a:pt x="145" y="34"/>
                    <a:pt x="145" y="34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19" y="163"/>
                    <a:pt x="16" y="164"/>
                    <a:pt x="13" y="164"/>
                  </a:cubicBezTo>
                  <a:close/>
                </a:path>
              </a:pathLst>
            </a:custGeom>
            <a:solidFill>
              <a:srgbClr val="EE3785"/>
            </a:solidFill>
            <a:ln>
              <a:noFill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46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49">
              <a:extLst>
                <a:ext uri="{FF2B5EF4-FFF2-40B4-BE49-F238E27FC236}">
                  <a16:creationId xmlns:a16="http://schemas.microsoft.com/office/drawing/2014/main" id="{CD1D9C50-B411-4E55-AA66-CC5234FAA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8288" y="3048000"/>
              <a:ext cx="304800" cy="490538"/>
            </a:xfrm>
            <a:custGeom>
              <a:avLst/>
              <a:gdLst>
                <a:gd name="T0" fmla="*/ 14 w 398"/>
                <a:gd name="T1" fmla="*/ 643 h 643"/>
                <a:gd name="T2" fmla="*/ 3 w 398"/>
                <a:gd name="T3" fmla="*/ 636 h 643"/>
                <a:gd name="T4" fmla="*/ 9 w 398"/>
                <a:gd name="T5" fmla="*/ 620 h 643"/>
                <a:gd name="T6" fmla="*/ 368 w 398"/>
                <a:gd name="T7" fmla="*/ 13 h 643"/>
                <a:gd name="T8" fmla="*/ 379 w 398"/>
                <a:gd name="T9" fmla="*/ 0 h 643"/>
                <a:gd name="T10" fmla="*/ 392 w 398"/>
                <a:gd name="T11" fmla="*/ 12 h 643"/>
                <a:gd name="T12" fmla="*/ 341 w 398"/>
                <a:gd name="T13" fmla="*/ 345 h 643"/>
                <a:gd name="T14" fmla="*/ 20 w 398"/>
                <a:gd name="T15" fmla="*/ 641 h 643"/>
                <a:gd name="T16" fmla="*/ 14 w 398"/>
                <a:gd name="T17" fmla="*/ 643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643">
                  <a:moveTo>
                    <a:pt x="14" y="643"/>
                  </a:moveTo>
                  <a:cubicBezTo>
                    <a:pt x="10" y="643"/>
                    <a:pt x="6" y="640"/>
                    <a:pt x="3" y="636"/>
                  </a:cubicBezTo>
                  <a:cubicBezTo>
                    <a:pt x="0" y="630"/>
                    <a:pt x="3" y="623"/>
                    <a:pt x="9" y="620"/>
                  </a:cubicBezTo>
                  <a:cubicBezTo>
                    <a:pt x="349" y="444"/>
                    <a:pt x="382" y="224"/>
                    <a:pt x="368" y="13"/>
                  </a:cubicBezTo>
                  <a:cubicBezTo>
                    <a:pt x="367" y="7"/>
                    <a:pt x="372" y="1"/>
                    <a:pt x="379" y="0"/>
                  </a:cubicBezTo>
                  <a:cubicBezTo>
                    <a:pt x="385" y="0"/>
                    <a:pt x="391" y="5"/>
                    <a:pt x="392" y="12"/>
                  </a:cubicBezTo>
                  <a:cubicBezTo>
                    <a:pt x="398" y="105"/>
                    <a:pt x="398" y="227"/>
                    <a:pt x="341" y="345"/>
                  </a:cubicBezTo>
                  <a:cubicBezTo>
                    <a:pt x="284" y="462"/>
                    <a:pt x="179" y="559"/>
                    <a:pt x="20" y="641"/>
                  </a:cubicBezTo>
                  <a:cubicBezTo>
                    <a:pt x="18" y="642"/>
                    <a:pt x="16" y="643"/>
                    <a:pt x="14" y="643"/>
                  </a:cubicBezTo>
                  <a:close/>
                </a:path>
              </a:pathLst>
            </a:custGeom>
            <a:solidFill>
              <a:srgbClr val="EE3785"/>
            </a:solidFill>
            <a:ln>
              <a:noFill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46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50">
              <a:extLst>
                <a:ext uri="{FF2B5EF4-FFF2-40B4-BE49-F238E27FC236}">
                  <a16:creationId xmlns:a16="http://schemas.microsoft.com/office/drawing/2014/main" id="{763C9F63-9CD6-4B9C-A8CF-E67756A3C7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4613" y="3070225"/>
              <a:ext cx="204788" cy="204788"/>
            </a:xfrm>
            <a:custGeom>
              <a:avLst/>
              <a:gdLst>
                <a:gd name="T0" fmla="*/ 129 w 129"/>
                <a:gd name="T1" fmla="*/ 129 h 129"/>
                <a:gd name="T2" fmla="*/ 0 w 129"/>
                <a:gd name="T3" fmla="*/ 129 h 129"/>
                <a:gd name="T4" fmla="*/ 0 w 129"/>
                <a:gd name="T5" fmla="*/ 0 h 129"/>
                <a:gd name="T6" fmla="*/ 129 w 129"/>
                <a:gd name="T7" fmla="*/ 0 h 129"/>
                <a:gd name="T8" fmla="*/ 129 w 129"/>
                <a:gd name="T9" fmla="*/ 129 h 129"/>
                <a:gd name="T10" fmla="*/ 11 w 129"/>
                <a:gd name="T11" fmla="*/ 118 h 129"/>
                <a:gd name="T12" fmla="*/ 118 w 129"/>
                <a:gd name="T13" fmla="*/ 118 h 129"/>
                <a:gd name="T14" fmla="*/ 118 w 129"/>
                <a:gd name="T15" fmla="*/ 11 h 129"/>
                <a:gd name="T16" fmla="*/ 11 w 129"/>
                <a:gd name="T17" fmla="*/ 11 h 129"/>
                <a:gd name="T18" fmla="*/ 11 w 129"/>
                <a:gd name="T19" fmla="*/ 11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" h="129">
                  <a:moveTo>
                    <a:pt x="129" y="129"/>
                  </a:moveTo>
                  <a:lnTo>
                    <a:pt x="0" y="129"/>
                  </a:lnTo>
                  <a:lnTo>
                    <a:pt x="0" y="0"/>
                  </a:lnTo>
                  <a:lnTo>
                    <a:pt x="129" y="0"/>
                  </a:lnTo>
                  <a:lnTo>
                    <a:pt x="129" y="129"/>
                  </a:lnTo>
                  <a:close/>
                  <a:moveTo>
                    <a:pt x="11" y="118"/>
                  </a:moveTo>
                  <a:lnTo>
                    <a:pt x="118" y="118"/>
                  </a:lnTo>
                  <a:lnTo>
                    <a:pt x="118" y="11"/>
                  </a:lnTo>
                  <a:lnTo>
                    <a:pt x="11" y="11"/>
                  </a:lnTo>
                  <a:lnTo>
                    <a:pt x="11" y="118"/>
                  </a:lnTo>
                  <a:close/>
                </a:path>
              </a:pathLst>
            </a:custGeom>
            <a:solidFill>
              <a:srgbClr val="EE3785"/>
            </a:solidFill>
            <a:ln>
              <a:noFill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46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1">
              <a:extLst>
                <a:ext uri="{FF2B5EF4-FFF2-40B4-BE49-F238E27FC236}">
                  <a16:creationId xmlns:a16="http://schemas.microsoft.com/office/drawing/2014/main" id="{AAE706E2-6E52-49D8-B51A-B83085AF30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41963" y="3475038"/>
              <a:ext cx="307975" cy="238125"/>
            </a:xfrm>
            <a:custGeom>
              <a:avLst/>
              <a:gdLst>
                <a:gd name="T0" fmla="*/ 194 w 194"/>
                <a:gd name="T1" fmla="*/ 150 h 150"/>
                <a:gd name="T2" fmla="*/ 0 w 194"/>
                <a:gd name="T3" fmla="*/ 150 h 150"/>
                <a:gd name="T4" fmla="*/ 97 w 194"/>
                <a:gd name="T5" fmla="*/ 0 h 150"/>
                <a:gd name="T6" fmla="*/ 194 w 194"/>
                <a:gd name="T7" fmla="*/ 150 h 150"/>
                <a:gd name="T8" fmla="*/ 21 w 194"/>
                <a:gd name="T9" fmla="*/ 138 h 150"/>
                <a:gd name="T10" fmla="*/ 173 w 194"/>
                <a:gd name="T11" fmla="*/ 138 h 150"/>
                <a:gd name="T12" fmla="*/ 97 w 194"/>
                <a:gd name="T13" fmla="*/ 21 h 150"/>
                <a:gd name="T14" fmla="*/ 21 w 194"/>
                <a:gd name="T15" fmla="*/ 138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50">
                  <a:moveTo>
                    <a:pt x="194" y="150"/>
                  </a:moveTo>
                  <a:lnTo>
                    <a:pt x="0" y="150"/>
                  </a:lnTo>
                  <a:lnTo>
                    <a:pt x="97" y="0"/>
                  </a:lnTo>
                  <a:lnTo>
                    <a:pt x="194" y="150"/>
                  </a:lnTo>
                  <a:close/>
                  <a:moveTo>
                    <a:pt x="21" y="138"/>
                  </a:moveTo>
                  <a:lnTo>
                    <a:pt x="173" y="138"/>
                  </a:lnTo>
                  <a:lnTo>
                    <a:pt x="97" y="21"/>
                  </a:lnTo>
                  <a:lnTo>
                    <a:pt x="21" y="138"/>
                  </a:lnTo>
                  <a:close/>
                </a:path>
              </a:pathLst>
            </a:custGeom>
            <a:solidFill>
              <a:srgbClr val="EE3785"/>
            </a:solidFill>
            <a:ln>
              <a:noFill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46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CAC0421-17A0-45EC-BAD8-C5F2C3791975}"/>
              </a:ext>
            </a:extLst>
          </p:cNvPr>
          <p:cNvGrpSpPr/>
          <p:nvPr/>
        </p:nvGrpSpPr>
        <p:grpSpPr>
          <a:xfrm>
            <a:off x="6189544" y="2975833"/>
            <a:ext cx="679677" cy="559454"/>
            <a:chOff x="6759575" y="3000375"/>
            <a:chExt cx="906463" cy="746125"/>
          </a:xfrm>
        </p:grpSpPr>
        <p:sp>
          <p:nvSpPr>
            <p:cNvPr id="82" name="Freeform 55">
              <a:extLst>
                <a:ext uri="{FF2B5EF4-FFF2-40B4-BE49-F238E27FC236}">
                  <a16:creationId xmlns:a16="http://schemas.microsoft.com/office/drawing/2014/main" id="{1014E627-1258-4C0D-A84A-BA3D98DC3D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1400" y="3000375"/>
              <a:ext cx="274638" cy="358775"/>
            </a:xfrm>
            <a:custGeom>
              <a:avLst/>
              <a:gdLst>
                <a:gd name="T0" fmla="*/ 182 w 364"/>
                <a:gd name="T1" fmla="*/ 476 h 476"/>
                <a:gd name="T2" fmla="*/ 152 w 364"/>
                <a:gd name="T3" fmla="*/ 462 h 476"/>
                <a:gd name="T4" fmla="*/ 0 w 364"/>
                <a:gd name="T5" fmla="*/ 182 h 476"/>
                <a:gd name="T6" fmla="*/ 53 w 364"/>
                <a:gd name="T7" fmla="*/ 53 h 476"/>
                <a:gd name="T8" fmla="*/ 182 w 364"/>
                <a:gd name="T9" fmla="*/ 0 h 476"/>
                <a:gd name="T10" fmla="*/ 182 w 364"/>
                <a:gd name="T11" fmla="*/ 0 h 476"/>
                <a:gd name="T12" fmla="*/ 364 w 364"/>
                <a:gd name="T13" fmla="*/ 182 h 476"/>
                <a:gd name="T14" fmla="*/ 212 w 364"/>
                <a:gd name="T15" fmla="*/ 462 h 476"/>
                <a:gd name="T16" fmla="*/ 182 w 364"/>
                <a:gd name="T17" fmla="*/ 476 h 476"/>
                <a:gd name="T18" fmla="*/ 182 w 364"/>
                <a:gd name="T19" fmla="*/ 24 h 476"/>
                <a:gd name="T20" fmla="*/ 70 w 364"/>
                <a:gd name="T21" fmla="*/ 70 h 476"/>
                <a:gd name="T22" fmla="*/ 24 w 364"/>
                <a:gd name="T23" fmla="*/ 182 h 476"/>
                <a:gd name="T24" fmla="*/ 171 w 364"/>
                <a:gd name="T25" fmla="*/ 447 h 476"/>
                <a:gd name="T26" fmla="*/ 182 w 364"/>
                <a:gd name="T27" fmla="*/ 452 h 476"/>
                <a:gd name="T28" fmla="*/ 193 w 364"/>
                <a:gd name="T29" fmla="*/ 447 h 476"/>
                <a:gd name="T30" fmla="*/ 340 w 364"/>
                <a:gd name="T31" fmla="*/ 182 h 476"/>
                <a:gd name="T32" fmla="*/ 182 w 364"/>
                <a:gd name="T33" fmla="*/ 24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476">
                  <a:moveTo>
                    <a:pt x="182" y="476"/>
                  </a:moveTo>
                  <a:cubicBezTo>
                    <a:pt x="170" y="476"/>
                    <a:pt x="159" y="471"/>
                    <a:pt x="152" y="462"/>
                  </a:cubicBezTo>
                  <a:cubicBezTo>
                    <a:pt x="95" y="389"/>
                    <a:pt x="0" y="257"/>
                    <a:pt x="0" y="182"/>
                  </a:cubicBezTo>
                  <a:cubicBezTo>
                    <a:pt x="0" y="133"/>
                    <a:pt x="19" y="87"/>
                    <a:pt x="53" y="53"/>
                  </a:cubicBezTo>
                  <a:cubicBezTo>
                    <a:pt x="87" y="19"/>
                    <a:pt x="133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282" y="0"/>
                    <a:pt x="364" y="81"/>
                    <a:pt x="364" y="182"/>
                  </a:cubicBezTo>
                  <a:cubicBezTo>
                    <a:pt x="364" y="257"/>
                    <a:pt x="269" y="389"/>
                    <a:pt x="212" y="462"/>
                  </a:cubicBezTo>
                  <a:cubicBezTo>
                    <a:pt x="205" y="471"/>
                    <a:pt x="194" y="476"/>
                    <a:pt x="182" y="476"/>
                  </a:cubicBezTo>
                  <a:close/>
                  <a:moveTo>
                    <a:pt x="182" y="24"/>
                  </a:moveTo>
                  <a:cubicBezTo>
                    <a:pt x="140" y="24"/>
                    <a:pt x="100" y="40"/>
                    <a:pt x="70" y="70"/>
                  </a:cubicBezTo>
                  <a:cubicBezTo>
                    <a:pt x="40" y="100"/>
                    <a:pt x="24" y="140"/>
                    <a:pt x="24" y="182"/>
                  </a:cubicBezTo>
                  <a:cubicBezTo>
                    <a:pt x="24" y="254"/>
                    <a:pt x="136" y="403"/>
                    <a:pt x="171" y="447"/>
                  </a:cubicBezTo>
                  <a:cubicBezTo>
                    <a:pt x="174" y="450"/>
                    <a:pt x="178" y="452"/>
                    <a:pt x="182" y="452"/>
                  </a:cubicBezTo>
                  <a:cubicBezTo>
                    <a:pt x="186" y="452"/>
                    <a:pt x="190" y="450"/>
                    <a:pt x="193" y="447"/>
                  </a:cubicBezTo>
                  <a:cubicBezTo>
                    <a:pt x="285" y="329"/>
                    <a:pt x="340" y="230"/>
                    <a:pt x="340" y="182"/>
                  </a:cubicBezTo>
                  <a:cubicBezTo>
                    <a:pt x="340" y="95"/>
                    <a:pt x="269" y="24"/>
                    <a:pt x="182" y="24"/>
                  </a:cubicBezTo>
                  <a:close/>
                </a:path>
              </a:pathLst>
            </a:custGeom>
            <a:solidFill>
              <a:srgbClr val="EE3785"/>
            </a:solidFill>
            <a:ln>
              <a:noFill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46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Freeform 56">
              <a:extLst>
                <a:ext uri="{FF2B5EF4-FFF2-40B4-BE49-F238E27FC236}">
                  <a16:creationId xmlns:a16="http://schemas.microsoft.com/office/drawing/2014/main" id="{ED33C527-A08B-4B6B-896B-DFD3FFCB0E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3079750"/>
              <a:ext cx="114300" cy="115888"/>
            </a:xfrm>
            <a:custGeom>
              <a:avLst/>
              <a:gdLst>
                <a:gd name="T0" fmla="*/ 76 w 152"/>
                <a:gd name="T1" fmla="*/ 152 h 152"/>
                <a:gd name="T2" fmla="*/ 0 w 152"/>
                <a:gd name="T3" fmla="*/ 76 h 152"/>
                <a:gd name="T4" fmla="*/ 76 w 152"/>
                <a:gd name="T5" fmla="*/ 0 h 152"/>
                <a:gd name="T6" fmla="*/ 76 w 152"/>
                <a:gd name="T7" fmla="*/ 0 h 152"/>
                <a:gd name="T8" fmla="*/ 130 w 152"/>
                <a:gd name="T9" fmla="*/ 22 h 152"/>
                <a:gd name="T10" fmla="*/ 152 w 152"/>
                <a:gd name="T11" fmla="*/ 76 h 152"/>
                <a:gd name="T12" fmla="*/ 152 w 152"/>
                <a:gd name="T13" fmla="*/ 76 h 152"/>
                <a:gd name="T14" fmla="*/ 76 w 152"/>
                <a:gd name="T15" fmla="*/ 152 h 152"/>
                <a:gd name="T16" fmla="*/ 76 w 152"/>
                <a:gd name="T17" fmla="*/ 24 h 152"/>
                <a:gd name="T18" fmla="*/ 76 w 152"/>
                <a:gd name="T19" fmla="*/ 24 h 152"/>
                <a:gd name="T20" fmla="*/ 24 w 152"/>
                <a:gd name="T21" fmla="*/ 76 h 152"/>
                <a:gd name="T22" fmla="*/ 76 w 152"/>
                <a:gd name="T23" fmla="*/ 128 h 152"/>
                <a:gd name="T24" fmla="*/ 128 w 152"/>
                <a:gd name="T25" fmla="*/ 76 h 152"/>
                <a:gd name="T26" fmla="*/ 128 w 152"/>
                <a:gd name="T27" fmla="*/ 76 h 152"/>
                <a:gd name="T28" fmla="*/ 113 w 152"/>
                <a:gd name="T29" fmla="*/ 39 h 152"/>
                <a:gd name="T30" fmla="*/ 76 w 152"/>
                <a:gd name="T31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76" y="152"/>
                  </a:moveTo>
                  <a:cubicBezTo>
                    <a:pt x="34" y="152"/>
                    <a:pt x="0" y="118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0"/>
                    <a:pt x="115" y="8"/>
                    <a:pt x="130" y="22"/>
                  </a:cubicBezTo>
                  <a:cubicBezTo>
                    <a:pt x="144" y="37"/>
                    <a:pt x="152" y="56"/>
                    <a:pt x="152" y="76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118"/>
                    <a:pt x="118" y="152"/>
                    <a:pt x="76" y="152"/>
                  </a:cubicBezTo>
                  <a:close/>
                  <a:moveTo>
                    <a:pt x="76" y="2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47" y="24"/>
                    <a:pt x="24" y="47"/>
                    <a:pt x="24" y="76"/>
                  </a:cubicBezTo>
                  <a:cubicBezTo>
                    <a:pt x="24" y="104"/>
                    <a:pt x="47" y="128"/>
                    <a:pt x="76" y="128"/>
                  </a:cubicBezTo>
                  <a:cubicBezTo>
                    <a:pt x="104" y="128"/>
                    <a:pt x="128" y="104"/>
                    <a:pt x="128" y="76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62"/>
                    <a:pt x="122" y="49"/>
                    <a:pt x="113" y="39"/>
                  </a:cubicBezTo>
                  <a:cubicBezTo>
                    <a:pt x="103" y="29"/>
                    <a:pt x="90" y="24"/>
                    <a:pt x="76" y="24"/>
                  </a:cubicBezTo>
                  <a:close/>
                </a:path>
              </a:pathLst>
            </a:custGeom>
            <a:solidFill>
              <a:srgbClr val="EE3785"/>
            </a:solidFill>
            <a:ln>
              <a:noFill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46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 57">
              <a:extLst>
                <a:ext uri="{FF2B5EF4-FFF2-40B4-BE49-F238E27FC236}">
                  <a16:creationId xmlns:a16="http://schemas.microsoft.com/office/drawing/2014/main" id="{DFA8DDD4-37BC-4700-A519-3F397E1FC3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9575" y="3232150"/>
              <a:ext cx="361950" cy="514350"/>
            </a:xfrm>
            <a:custGeom>
              <a:avLst/>
              <a:gdLst>
                <a:gd name="T0" fmla="*/ 240 w 480"/>
                <a:gd name="T1" fmla="*/ 681 h 681"/>
                <a:gd name="T2" fmla="*/ 208 w 480"/>
                <a:gd name="T3" fmla="*/ 663 h 681"/>
                <a:gd name="T4" fmla="*/ 16 w 480"/>
                <a:gd name="T5" fmla="*/ 270 h 681"/>
                <a:gd name="T6" fmla="*/ 61 w 480"/>
                <a:gd name="T7" fmla="*/ 80 h 681"/>
                <a:gd name="T8" fmla="*/ 240 w 480"/>
                <a:gd name="T9" fmla="*/ 5 h 681"/>
                <a:gd name="T10" fmla="*/ 419 w 480"/>
                <a:gd name="T11" fmla="*/ 80 h 681"/>
                <a:gd name="T12" fmla="*/ 465 w 480"/>
                <a:gd name="T13" fmla="*/ 270 h 681"/>
                <a:gd name="T14" fmla="*/ 272 w 480"/>
                <a:gd name="T15" fmla="*/ 663 h 681"/>
                <a:gd name="T16" fmla="*/ 240 w 480"/>
                <a:gd name="T17" fmla="*/ 681 h 681"/>
                <a:gd name="T18" fmla="*/ 240 w 480"/>
                <a:gd name="T19" fmla="*/ 681 h 681"/>
                <a:gd name="T20" fmla="*/ 226 w 480"/>
                <a:gd name="T21" fmla="*/ 28 h 681"/>
                <a:gd name="T22" fmla="*/ 80 w 480"/>
                <a:gd name="T23" fmla="*/ 96 h 681"/>
                <a:gd name="T24" fmla="*/ 39 w 480"/>
                <a:gd name="T25" fmla="*/ 264 h 681"/>
                <a:gd name="T26" fmla="*/ 39 w 480"/>
                <a:gd name="T27" fmla="*/ 265 h 681"/>
                <a:gd name="T28" fmla="*/ 228 w 480"/>
                <a:gd name="T29" fmla="*/ 650 h 681"/>
                <a:gd name="T30" fmla="*/ 240 w 480"/>
                <a:gd name="T31" fmla="*/ 657 h 681"/>
                <a:gd name="T32" fmla="*/ 240 w 480"/>
                <a:gd name="T33" fmla="*/ 657 h 681"/>
                <a:gd name="T34" fmla="*/ 252 w 480"/>
                <a:gd name="T35" fmla="*/ 650 h 681"/>
                <a:gd name="T36" fmla="*/ 441 w 480"/>
                <a:gd name="T37" fmla="*/ 265 h 681"/>
                <a:gd name="T38" fmla="*/ 441 w 480"/>
                <a:gd name="T39" fmla="*/ 264 h 681"/>
                <a:gd name="T40" fmla="*/ 401 w 480"/>
                <a:gd name="T41" fmla="*/ 96 h 681"/>
                <a:gd name="T42" fmla="*/ 241 w 480"/>
                <a:gd name="T43" fmla="*/ 29 h 681"/>
                <a:gd name="T44" fmla="*/ 240 w 480"/>
                <a:gd name="T45" fmla="*/ 29 h 681"/>
                <a:gd name="T46" fmla="*/ 239 w 480"/>
                <a:gd name="T47" fmla="*/ 29 h 681"/>
                <a:gd name="T48" fmla="*/ 226 w 480"/>
                <a:gd name="T49" fmla="*/ 28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0" h="681">
                  <a:moveTo>
                    <a:pt x="240" y="681"/>
                  </a:moveTo>
                  <a:cubicBezTo>
                    <a:pt x="227" y="681"/>
                    <a:pt x="214" y="674"/>
                    <a:pt x="208" y="663"/>
                  </a:cubicBezTo>
                  <a:cubicBezTo>
                    <a:pt x="156" y="580"/>
                    <a:pt x="35" y="376"/>
                    <a:pt x="16" y="270"/>
                  </a:cubicBezTo>
                  <a:cubicBezTo>
                    <a:pt x="0" y="203"/>
                    <a:pt x="17" y="132"/>
                    <a:pt x="61" y="80"/>
                  </a:cubicBezTo>
                  <a:cubicBezTo>
                    <a:pt x="105" y="28"/>
                    <a:pt x="172" y="0"/>
                    <a:pt x="240" y="5"/>
                  </a:cubicBezTo>
                  <a:cubicBezTo>
                    <a:pt x="308" y="0"/>
                    <a:pt x="375" y="28"/>
                    <a:pt x="419" y="80"/>
                  </a:cubicBezTo>
                  <a:cubicBezTo>
                    <a:pt x="464" y="132"/>
                    <a:pt x="480" y="203"/>
                    <a:pt x="465" y="270"/>
                  </a:cubicBezTo>
                  <a:cubicBezTo>
                    <a:pt x="449" y="362"/>
                    <a:pt x="325" y="575"/>
                    <a:pt x="272" y="663"/>
                  </a:cubicBezTo>
                  <a:cubicBezTo>
                    <a:pt x="266" y="674"/>
                    <a:pt x="253" y="681"/>
                    <a:pt x="240" y="681"/>
                  </a:cubicBezTo>
                  <a:cubicBezTo>
                    <a:pt x="240" y="681"/>
                    <a:pt x="240" y="681"/>
                    <a:pt x="240" y="681"/>
                  </a:cubicBezTo>
                  <a:close/>
                  <a:moveTo>
                    <a:pt x="226" y="28"/>
                  </a:moveTo>
                  <a:cubicBezTo>
                    <a:pt x="170" y="28"/>
                    <a:pt x="116" y="53"/>
                    <a:pt x="80" y="96"/>
                  </a:cubicBezTo>
                  <a:cubicBezTo>
                    <a:pt x="40" y="142"/>
                    <a:pt x="25" y="205"/>
                    <a:pt x="39" y="264"/>
                  </a:cubicBezTo>
                  <a:cubicBezTo>
                    <a:pt x="39" y="265"/>
                    <a:pt x="39" y="265"/>
                    <a:pt x="39" y="265"/>
                  </a:cubicBezTo>
                  <a:cubicBezTo>
                    <a:pt x="58" y="368"/>
                    <a:pt x="178" y="569"/>
                    <a:pt x="228" y="650"/>
                  </a:cubicBezTo>
                  <a:cubicBezTo>
                    <a:pt x="231" y="655"/>
                    <a:pt x="235" y="657"/>
                    <a:pt x="240" y="657"/>
                  </a:cubicBezTo>
                  <a:cubicBezTo>
                    <a:pt x="240" y="657"/>
                    <a:pt x="240" y="657"/>
                    <a:pt x="240" y="657"/>
                  </a:cubicBezTo>
                  <a:cubicBezTo>
                    <a:pt x="245" y="657"/>
                    <a:pt x="249" y="655"/>
                    <a:pt x="252" y="650"/>
                  </a:cubicBezTo>
                  <a:cubicBezTo>
                    <a:pt x="304" y="564"/>
                    <a:pt x="426" y="353"/>
                    <a:pt x="441" y="265"/>
                  </a:cubicBezTo>
                  <a:cubicBezTo>
                    <a:pt x="441" y="264"/>
                    <a:pt x="441" y="264"/>
                    <a:pt x="441" y="264"/>
                  </a:cubicBezTo>
                  <a:cubicBezTo>
                    <a:pt x="455" y="205"/>
                    <a:pt x="440" y="142"/>
                    <a:pt x="401" y="96"/>
                  </a:cubicBezTo>
                  <a:cubicBezTo>
                    <a:pt x="362" y="49"/>
                    <a:pt x="302" y="24"/>
                    <a:pt x="241" y="29"/>
                  </a:cubicBezTo>
                  <a:cubicBezTo>
                    <a:pt x="240" y="29"/>
                    <a:pt x="240" y="29"/>
                    <a:pt x="240" y="29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35" y="28"/>
                    <a:pt x="230" y="28"/>
                    <a:pt x="226" y="28"/>
                  </a:cubicBezTo>
                  <a:close/>
                </a:path>
              </a:pathLst>
            </a:custGeom>
            <a:solidFill>
              <a:srgbClr val="EE3785"/>
            </a:solidFill>
            <a:ln>
              <a:noFill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46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58">
              <a:extLst>
                <a:ext uri="{FF2B5EF4-FFF2-40B4-BE49-F238E27FC236}">
                  <a16:creationId xmlns:a16="http://schemas.microsoft.com/office/drawing/2014/main" id="{D667DD9D-1FC7-4F85-AC85-8C947DE241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650" y="3314700"/>
              <a:ext cx="171450" cy="165100"/>
            </a:xfrm>
            <a:custGeom>
              <a:avLst/>
              <a:gdLst>
                <a:gd name="T0" fmla="*/ 118 w 228"/>
                <a:gd name="T1" fmla="*/ 219 h 219"/>
                <a:gd name="T2" fmla="*/ 41 w 228"/>
                <a:gd name="T3" fmla="*/ 187 h 219"/>
                <a:gd name="T4" fmla="*/ 17 w 228"/>
                <a:gd name="T5" fmla="*/ 68 h 219"/>
                <a:gd name="T6" fmla="*/ 118 w 228"/>
                <a:gd name="T7" fmla="*/ 0 h 219"/>
                <a:gd name="T8" fmla="*/ 228 w 228"/>
                <a:gd name="T9" fmla="*/ 110 h 219"/>
                <a:gd name="T10" fmla="*/ 228 w 228"/>
                <a:gd name="T11" fmla="*/ 110 h 219"/>
                <a:gd name="T12" fmla="*/ 160 w 228"/>
                <a:gd name="T13" fmla="*/ 211 h 219"/>
                <a:gd name="T14" fmla="*/ 118 w 228"/>
                <a:gd name="T15" fmla="*/ 219 h 219"/>
                <a:gd name="T16" fmla="*/ 118 w 228"/>
                <a:gd name="T17" fmla="*/ 24 h 219"/>
                <a:gd name="T18" fmla="*/ 39 w 228"/>
                <a:gd name="T19" fmla="*/ 77 h 219"/>
                <a:gd name="T20" fmla="*/ 58 w 228"/>
                <a:gd name="T21" fmla="*/ 170 h 219"/>
                <a:gd name="T22" fmla="*/ 151 w 228"/>
                <a:gd name="T23" fmla="*/ 189 h 219"/>
                <a:gd name="T24" fmla="*/ 204 w 228"/>
                <a:gd name="T25" fmla="*/ 110 h 219"/>
                <a:gd name="T26" fmla="*/ 204 w 228"/>
                <a:gd name="T27" fmla="*/ 110 h 219"/>
                <a:gd name="T28" fmla="*/ 118 w 228"/>
                <a:gd name="T29" fmla="*/ 2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19">
                  <a:moveTo>
                    <a:pt x="118" y="219"/>
                  </a:moveTo>
                  <a:cubicBezTo>
                    <a:pt x="90" y="219"/>
                    <a:pt x="62" y="208"/>
                    <a:pt x="41" y="187"/>
                  </a:cubicBezTo>
                  <a:cubicBezTo>
                    <a:pt x="9" y="156"/>
                    <a:pt x="0" y="109"/>
                    <a:pt x="17" y="68"/>
                  </a:cubicBezTo>
                  <a:cubicBezTo>
                    <a:pt x="34" y="27"/>
                    <a:pt x="74" y="0"/>
                    <a:pt x="118" y="0"/>
                  </a:cubicBezTo>
                  <a:cubicBezTo>
                    <a:pt x="179" y="0"/>
                    <a:pt x="228" y="49"/>
                    <a:pt x="228" y="110"/>
                  </a:cubicBezTo>
                  <a:cubicBezTo>
                    <a:pt x="228" y="110"/>
                    <a:pt x="228" y="110"/>
                    <a:pt x="228" y="110"/>
                  </a:cubicBezTo>
                  <a:cubicBezTo>
                    <a:pt x="228" y="154"/>
                    <a:pt x="201" y="194"/>
                    <a:pt x="160" y="211"/>
                  </a:cubicBezTo>
                  <a:cubicBezTo>
                    <a:pt x="147" y="217"/>
                    <a:pt x="132" y="219"/>
                    <a:pt x="118" y="219"/>
                  </a:cubicBezTo>
                  <a:close/>
                  <a:moveTo>
                    <a:pt x="118" y="24"/>
                  </a:moveTo>
                  <a:cubicBezTo>
                    <a:pt x="84" y="24"/>
                    <a:pt x="53" y="45"/>
                    <a:pt x="39" y="77"/>
                  </a:cubicBezTo>
                  <a:cubicBezTo>
                    <a:pt x="26" y="109"/>
                    <a:pt x="33" y="146"/>
                    <a:pt x="58" y="170"/>
                  </a:cubicBezTo>
                  <a:cubicBezTo>
                    <a:pt x="82" y="195"/>
                    <a:pt x="119" y="202"/>
                    <a:pt x="151" y="189"/>
                  </a:cubicBezTo>
                  <a:cubicBezTo>
                    <a:pt x="183" y="175"/>
                    <a:pt x="204" y="144"/>
                    <a:pt x="204" y="110"/>
                  </a:cubicBezTo>
                  <a:cubicBezTo>
                    <a:pt x="204" y="110"/>
                    <a:pt x="204" y="110"/>
                    <a:pt x="204" y="110"/>
                  </a:cubicBezTo>
                  <a:cubicBezTo>
                    <a:pt x="204" y="63"/>
                    <a:pt x="165" y="24"/>
                    <a:pt x="118" y="24"/>
                  </a:cubicBezTo>
                  <a:close/>
                </a:path>
              </a:pathLst>
            </a:custGeom>
            <a:solidFill>
              <a:srgbClr val="EE3785"/>
            </a:solidFill>
            <a:ln>
              <a:noFill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46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59">
              <a:extLst>
                <a:ext uri="{FF2B5EF4-FFF2-40B4-BE49-F238E27FC236}">
                  <a16:creationId xmlns:a16="http://schemas.microsoft.com/office/drawing/2014/main" id="{973E1A9D-533E-4EBF-9925-5183199B4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3411538"/>
              <a:ext cx="471488" cy="312738"/>
            </a:xfrm>
            <a:custGeom>
              <a:avLst/>
              <a:gdLst>
                <a:gd name="T0" fmla="*/ 14 w 626"/>
                <a:gd name="T1" fmla="*/ 415 h 415"/>
                <a:gd name="T2" fmla="*/ 4 w 626"/>
                <a:gd name="T3" fmla="*/ 410 h 415"/>
                <a:gd name="T4" fmla="*/ 7 w 626"/>
                <a:gd name="T5" fmla="*/ 393 h 415"/>
                <a:gd name="T6" fmla="*/ 605 w 626"/>
                <a:gd name="T7" fmla="*/ 3 h 415"/>
                <a:gd name="T8" fmla="*/ 622 w 626"/>
                <a:gd name="T9" fmla="*/ 7 h 415"/>
                <a:gd name="T10" fmla="*/ 618 w 626"/>
                <a:gd name="T11" fmla="*/ 24 h 415"/>
                <a:gd name="T12" fmla="*/ 21 w 626"/>
                <a:gd name="T13" fmla="*/ 414 h 415"/>
                <a:gd name="T14" fmla="*/ 14 w 626"/>
                <a:gd name="T15" fmla="*/ 41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6" h="415">
                  <a:moveTo>
                    <a:pt x="14" y="415"/>
                  </a:moveTo>
                  <a:cubicBezTo>
                    <a:pt x="10" y="415"/>
                    <a:pt x="6" y="414"/>
                    <a:pt x="4" y="410"/>
                  </a:cubicBezTo>
                  <a:cubicBezTo>
                    <a:pt x="0" y="405"/>
                    <a:pt x="2" y="397"/>
                    <a:pt x="7" y="393"/>
                  </a:cubicBezTo>
                  <a:cubicBezTo>
                    <a:pt x="605" y="3"/>
                    <a:pt x="605" y="3"/>
                    <a:pt x="605" y="3"/>
                  </a:cubicBezTo>
                  <a:cubicBezTo>
                    <a:pt x="611" y="0"/>
                    <a:pt x="618" y="1"/>
                    <a:pt x="622" y="7"/>
                  </a:cubicBezTo>
                  <a:cubicBezTo>
                    <a:pt x="626" y="13"/>
                    <a:pt x="624" y="20"/>
                    <a:pt x="618" y="24"/>
                  </a:cubicBezTo>
                  <a:cubicBezTo>
                    <a:pt x="21" y="414"/>
                    <a:pt x="21" y="414"/>
                    <a:pt x="21" y="414"/>
                  </a:cubicBezTo>
                  <a:cubicBezTo>
                    <a:pt x="19" y="415"/>
                    <a:pt x="16" y="415"/>
                    <a:pt x="14" y="415"/>
                  </a:cubicBezTo>
                  <a:close/>
                </a:path>
              </a:pathLst>
            </a:custGeom>
            <a:solidFill>
              <a:srgbClr val="EE3785"/>
            </a:solidFill>
            <a:ln>
              <a:noFill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46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7983568-DC22-4DD1-B732-7EF62266560E}"/>
              </a:ext>
            </a:extLst>
          </p:cNvPr>
          <p:cNvSpPr/>
          <p:nvPr/>
        </p:nvSpPr>
        <p:spPr>
          <a:xfrm>
            <a:off x="2134892" y="2054302"/>
            <a:ext cx="109512" cy="1905753"/>
          </a:xfrm>
          <a:prstGeom prst="roundRect">
            <a:avLst>
              <a:gd name="adj" fmla="val 50000"/>
            </a:avLst>
          </a:prstGeom>
          <a:solidFill>
            <a:srgbClr val="EE3785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61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49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EACD-4ECC-4C05-9561-C94D2FB90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412397"/>
            <a:ext cx="6911264" cy="316882"/>
          </a:xfrm>
        </p:spPr>
        <p:txBody>
          <a:bodyPr/>
          <a:lstStyle/>
          <a:p>
            <a:r>
              <a:rPr lang="es-EC" dirty="0"/>
              <a:t>Introducción al problema</a:t>
            </a:r>
          </a:p>
        </p:txBody>
      </p:sp>
    </p:spTree>
    <p:extLst>
      <p:ext uri="{BB962C8B-B14F-4D97-AF65-F5344CB8AC3E}">
        <p14:creationId xmlns:p14="http://schemas.microsoft.com/office/powerpoint/2010/main" val="905442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Introducción al problema</a:t>
            </a:r>
          </a:p>
        </p:txBody>
      </p:sp>
      <p:sp>
        <p:nvSpPr>
          <p:cNvPr id="3" name="AutoShape 2" descr="Reunión de antecedentes, presentación, sesión de pósters, convención,  investigación, organización, publicidad, educación, publicidad, zona, azul  png | PNGW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43" name="Rectángulo 42"/>
          <p:cNvSpPr/>
          <p:nvPr/>
        </p:nvSpPr>
        <p:spPr>
          <a:xfrm>
            <a:off x="2949430" y="3811246"/>
            <a:ext cx="44801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C" sz="1200" b="1" kern="0" dirty="0">
                <a:solidFill>
                  <a:srgbClr val="0F265C"/>
                </a:solidFill>
              </a:rPr>
              <a:t>¿Es lógico usar el mismo modelo para comandos y consultas cuando sus necesidades son tan diferentes?</a:t>
            </a:r>
            <a:endParaRPr lang="es-EC" sz="1050" b="1" kern="0" dirty="0">
              <a:solidFill>
                <a:srgbClr val="0F265C"/>
              </a:solidFill>
            </a:endParaRPr>
          </a:p>
        </p:txBody>
      </p:sp>
      <p:pic>
        <p:nvPicPr>
          <p:cNvPr id="1026" name="Picture 2" descr="Idea - Iconos gratis de tecnología">
            <a:extLst>
              <a:ext uri="{FF2B5EF4-FFF2-40B4-BE49-F238E27FC236}">
                <a16:creationId xmlns:a16="http://schemas.microsoft.com/office/drawing/2014/main" id="{4500D994-E239-A914-4B8F-CB9896F45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923" y="3474865"/>
            <a:ext cx="940338" cy="94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42">
            <a:extLst>
              <a:ext uri="{FF2B5EF4-FFF2-40B4-BE49-F238E27FC236}">
                <a16:creationId xmlns:a16="http://schemas.microsoft.com/office/drawing/2014/main" id="{476B5DF7-79AC-B4F9-219A-D01B44931C6D}"/>
              </a:ext>
            </a:extLst>
          </p:cNvPr>
          <p:cNvSpPr/>
          <p:nvPr/>
        </p:nvSpPr>
        <p:spPr>
          <a:xfrm>
            <a:off x="709332" y="760243"/>
            <a:ext cx="448019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8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¿Por qué pensar diferente?</a:t>
            </a:r>
          </a:p>
          <a:p>
            <a:pPr algn="just"/>
            <a:endParaRPr lang="es-EC" sz="1400" b="1" kern="0" dirty="0">
              <a:solidFill>
                <a:srgbClr val="0F265C"/>
              </a:solidFill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En sistemas tradicionales: misma capa, mismo modelo para lectura y escritura.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endParaRPr lang="es-EC" sz="1200" kern="0" dirty="0">
              <a:solidFill>
                <a:srgbClr val="0F265C"/>
              </a:solidFill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Con el tiempo, leer y escribir empiezan a tener requisitos muy distintos.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endParaRPr lang="es-EC" sz="1200" kern="0" dirty="0">
              <a:solidFill>
                <a:srgbClr val="0F265C"/>
              </a:solidFill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Consultas complejas, problemas de rendimiento, acoplamiento, etc.</a:t>
            </a:r>
            <a:endParaRPr lang="es-EC" sz="1050" kern="0" dirty="0">
              <a:solidFill>
                <a:srgbClr val="0F265C"/>
              </a:solidFill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E52BBC0-E740-62BE-DEA5-95B0980BA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293" y="919756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astering CRUD Operations: The Backbone of Database Management">
            <a:extLst>
              <a:ext uri="{FF2B5EF4-FFF2-40B4-BE49-F238E27FC236}">
                <a16:creationId xmlns:a16="http://schemas.microsoft.com/office/drawing/2014/main" id="{1B38C67B-809F-E582-110F-C7BE2B6D0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765" y="2742552"/>
            <a:ext cx="1568828" cy="82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406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ED19C-C9EF-5B2D-C750-8AEB0FDB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3BF5-2C48-D237-5FCA-582553A1F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412397"/>
            <a:ext cx="6911264" cy="316882"/>
          </a:xfrm>
        </p:spPr>
        <p:txBody>
          <a:bodyPr/>
          <a:lstStyle/>
          <a:p>
            <a:r>
              <a:rPr lang="es-EC" dirty="0"/>
              <a:t>¿Qué es </a:t>
            </a:r>
            <a:r>
              <a:rPr lang="es-EC" dirty="0" err="1"/>
              <a:t>CQRS</a:t>
            </a:r>
            <a:r>
              <a:rPr lang="es-EC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896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¿Qué es </a:t>
            </a:r>
            <a:r>
              <a:rPr lang="es-EC" dirty="0" err="1"/>
              <a:t>CQRS</a:t>
            </a:r>
            <a:r>
              <a:rPr lang="es-EC" dirty="0"/>
              <a:t>?</a:t>
            </a:r>
          </a:p>
        </p:txBody>
      </p:sp>
      <p:sp>
        <p:nvSpPr>
          <p:cNvPr id="3" name="AutoShape 2" descr="Reunión de antecedentes, presentación, sesión de pósters, convención,  investigación, organización, publicidad, educación, publicidad, zona, azul  png | PNGW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43" name="Rectángulo 42"/>
          <p:cNvSpPr/>
          <p:nvPr/>
        </p:nvSpPr>
        <p:spPr>
          <a:xfrm>
            <a:off x="-28187" y="634283"/>
            <a:ext cx="5143559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S" sz="1800" b="1" kern="0" dirty="0" err="1">
                <a:solidFill>
                  <a:srgbClr val="E41165"/>
                </a:solidFill>
                <a:latin typeface="+mj-lt"/>
                <a:ea typeface="+mj-ea"/>
                <a:cs typeface="+mj-cs"/>
              </a:rPr>
              <a:t>CQRS</a:t>
            </a:r>
            <a:r>
              <a:rPr lang="es-ES" sz="18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 en pocas palabras:</a:t>
            </a:r>
          </a:p>
          <a:p>
            <a:pPr lvl="1" algn="just" defTabSz="914400"/>
            <a:r>
              <a:rPr lang="es-ES" sz="1800" b="1" kern="0" dirty="0" err="1">
                <a:solidFill>
                  <a:srgbClr val="E41165"/>
                </a:solidFill>
                <a:latin typeface="+mj-lt"/>
                <a:ea typeface="+mj-ea"/>
                <a:cs typeface="+mj-cs"/>
              </a:rPr>
              <a:t>C</a:t>
            </a:r>
            <a:r>
              <a:rPr lang="es-ES" sz="1800" kern="0" dirty="0" err="1">
                <a:solidFill>
                  <a:srgbClr val="0F265C"/>
                </a:solidFill>
              </a:rPr>
              <a:t>ommand</a:t>
            </a:r>
            <a:endParaRPr lang="es-ES" sz="1800" b="1" kern="0" dirty="0">
              <a:solidFill>
                <a:srgbClr val="E41165"/>
              </a:solidFill>
              <a:latin typeface="+mj-lt"/>
              <a:ea typeface="+mj-ea"/>
              <a:cs typeface="+mj-cs"/>
            </a:endParaRPr>
          </a:p>
          <a:p>
            <a:pPr lvl="1" algn="just" defTabSz="914400"/>
            <a:r>
              <a:rPr lang="es-ES" sz="1800" b="1" kern="0" dirty="0" err="1">
                <a:solidFill>
                  <a:srgbClr val="E41165"/>
                </a:solidFill>
                <a:latin typeface="+mj-lt"/>
                <a:ea typeface="+mj-ea"/>
                <a:cs typeface="+mj-cs"/>
              </a:rPr>
              <a:t>Q</a:t>
            </a:r>
            <a:r>
              <a:rPr lang="es-ES" sz="1800" kern="0" dirty="0" err="1">
                <a:solidFill>
                  <a:srgbClr val="0F265C"/>
                </a:solidFill>
              </a:rPr>
              <a:t>uery</a:t>
            </a:r>
            <a:endParaRPr lang="es-ES" sz="1800" b="1" kern="0" dirty="0">
              <a:solidFill>
                <a:srgbClr val="E41165"/>
              </a:solidFill>
              <a:latin typeface="+mj-lt"/>
              <a:ea typeface="+mj-ea"/>
              <a:cs typeface="+mj-cs"/>
            </a:endParaRPr>
          </a:p>
          <a:p>
            <a:pPr lvl="1" algn="just" defTabSz="914400"/>
            <a:r>
              <a:rPr lang="es-ES" sz="1800" b="1" kern="0" dirty="0" err="1">
                <a:solidFill>
                  <a:srgbClr val="E41165"/>
                </a:solidFill>
                <a:latin typeface="+mj-lt"/>
                <a:ea typeface="+mj-ea"/>
                <a:cs typeface="+mj-cs"/>
              </a:rPr>
              <a:t>R</a:t>
            </a:r>
            <a:r>
              <a:rPr lang="es-ES" sz="1800" kern="0" dirty="0" err="1">
                <a:solidFill>
                  <a:srgbClr val="0F265C"/>
                </a:solidFill>
              </a:rPr>
              <a:t>esponsibility</a:t>
            </a:r>
            <a:r>
              <a:rPr lang="es-ES" sz="1800" kern="0" dirty="0">
                <a:solidFill>
                  <a:srgbClr val="0F265C"/>
                </a:solidFill>
              </a:rPr>
              <a:t> </a:t>
            </a:r>
            <a:endParaRPr lang="es-ES" sz="1800" b="1" kern="0" dirty="0">
              <a:solidFill>
                <a:srgbClr val="E41165"/>
              </a:solidFill>
              <a:latin typeface="+mj-lt"/>
              <a:ea typeface="+mj-ea"/>
              <a:cs typeface="+mj-cs"/>
            </a:endParaRPr>
          </a:p>
          <a:p>
            <a:pPr lvl="1" algn="just" defTabSz="914400"/>
            <a:r>
              <a:rPr lang="es-ES" sz="1800" b="1" kern="0" dirty="0" err="1">
                <a:solidFill>
                  <a:srgbClr val="E41165"/>
                </a:solidFill>
                <a:latin typeface="+mj-lt"/>
                <a:ea typeface="+mj-ea"/>
                <a:cs typeface="+mj-cs"/>
              </a:rPr>
              <a:t>S</a:t>
            </a:r>
            <a:r>
              <a:rPr lang="es-ES" sz="1800" kern="0" dirty="0" err="1">
                <a:solidFill>
                  <a:srgbClr val="0F265C"/>
                </a:solidFill>
              </a:rPr>
              <a:t>egregation</a:t>
            </a:r>
            <a:endParaRPr lang="es-ES" sz="1800" b="1" kern="0" dirty="0">
              <a:solidFill>
                <a:srgbClr val="E41165"/>
              </a:solidFill>
              <a:latin typeface="+mj-lt"/>
              <a:ea typeface="+mj-ea"/>
              <a:cs typeface="+mj-cs"/>
            </a:endParaRPr>
          </a:p>
          <a:p>
            <a:pPr lvl="1" algn="just" defTabSz="914400"/>
            <a:endParaRPr lang="es-EC" sz="1200" kern="0" dirty="0">
              <a:solidFill>
                <a:srgbClr val="0F265C"/>
              </a:solidFill>
            </a:endParaRPr>
          </a:p>
          <a:p>
            <a:pPr lvl="1" algn="just" defTabSz="914400"/>
            <a:r>
              <a:rPr lang="es-EC" sz="1200" kern="0" dirty="0">
                <a:solidFill>
                  <a:srgbClr val="0F265C"/>
                </a:solidFill>
              </a:rPr>
              <a:t>Separar responsabilidades mejora claridad, escalabilidad y optimización.</a:t>
            </a:r>
            <a:r>
              <a:rPr lang="es-ES" sz="1200" kern="0" dirty="0">
                <a:solidFill>
                  <a:srgbClr val="0F265C"/>
                </a:solidFill>
              </a:rPr>
              <a:t>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18AE855-DD72-0C04-4A6B-EDA06AA5EF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73"/>
          <a:stretch/>
        </p:blipFill>
        <p:spPr bwMode="auto">
          <a:xfrm>
            <a:off x="5023872" y="1499369"/>
            <a:ext cx="4028628" cy="2071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2">
            <a:extLst>
              <a:ext uri="{FF2B5EF4-FFF2-40B4-BE49-F238E27FC236}">
                <a16:creationId xmlns:a16="http://schemas.microsoft.com/office/drawing/2014/main" id="{FE02CAE5-20D0-FC4E-1A85-055DB1F0F9CD}"/>
              </a:ext>
            </a:extLst>
          </p:cNvPr>
          <p:cNvSpPr/>
          <p:nvPr/>
        </p:nvSpPr>
        <p:spPr>
          <a:xfrm>
            <a:off x="2949430" y="3811246"/>
            <a:ext cx="44801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C" sz="1200" b="1" kern="0" dirty="0">
                <a:solidFill>
                  <a:srgbClr val="0F265C"/>
                </a:solidFill>
              </a:rPr>
              <a:t>Los comandos cambian el estado. Las consultas no lo hacen</a:t>
            </a:r>
            <a:endParaRPr lang="es-EC" sz="1050" b="1" kern="0" dirty="0">
              <a:solidFill>
                <a:srgbClr val="0F265C"/>
              </a:solidFill>
            </a:endParaRPr>
          </a:p>
        </p:txBody>
      </p:sp>
      <p:pic>
        <p:nvPicPr>
          <p:cNvPr id="6" name="Picture 2" descr="Idea - Iconos gratis de tecnología">
            <a:extLst>
              <a:ext uri="{FF2B5EF4-FFF2-40B4-BE49-F238E27FC236}">
                <a16:creationId xmlns:a16="http://schemas.microsoft.com/office/drawing/2014/main" id="{6512F412-F3BC-CBAC-019A-C8BFD2EC5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923" y="3474865"/>
            <a:ext cx="940338" cy="94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310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CD1ED-D985-0AFA-4023-00ABBA97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BCCA2-5686-3A68-983F-707423D1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412397"/>
            <a:ext cx="6911264" cy="316882"/>
          </a:xfrm>
        </p:spPr>
        <p:txBody>
          <a:bodyPr/>
          <a:lstStyle/>
          <a:p>
            <a:r>
              <a:rPr lang="es-EC" dirty="0" err="1"/>
              <a:t>CRUD</a:t>
            </a:r>
            <a:r>
              <a:rPr lang="es-EC" dirty="0"/>
              <a:t> vs </a:t>
            </a:r>
            <a:r>
              <a:rPr lang="es-EC" dirty="0" err="1"/>
              <a:t>CQRS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475586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D198-3D09-6CEB-9C7C-B3E0E1ECB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A621E-B681-55E4-D707-8AB71F74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err="1"/>
              <a:t>CRUD</a:t>
            </a:r>
            <a:r>
              <a:rPr lang="es-EC" dirty="0"/>
              <a:t> vs </a:t>
            </a:r>
            <a:r>
              <a:rPr lang="es-EC" dirty="0" err="1"/>
              <a:t>CQRS</a:t>
            </a:r>
            <a:endParaRPr lang="es-EC" dirty="0"/>
          </a:p>
        </p:txBody>
      </p:sp>
      <p:sp>
        <p:nvSpPr>
          <p:cNvPr id="3" name="AutoShape 2" descr="Reunión de antecedentes, presentación, sesión de pósters, convención,  investigación, organización, publicidad, educación, publicidad, zona, azul  png | PNGWing">
            <a:extLst>
              <a:ext uri="{FF2B5EF4-FFF2-40B4-BE49-F238E27FC236}">
                <a16:creationId xmlns:a16="http://schemas.microsoft.com/office/drawing/2014/main" id="{4C470774-FC0A-7527-1AC0-411776E45E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68D9380-5AE0-8671-9672-EAC52EF3FA80}"/>
              </a:ext>
            </a:extLst>
          </p:cNvPr>
          <p:cNvSpPr/>
          <p:nvPr/>
        </p:nvSpPr>
        <p:spPr>
          <a:xfrm>
            <a:off x="-28187" y="634283"/>
            <a:ext cx="51435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S" sz="18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Comparando enfoques</a:t>
            </a:r>
            <a:r>
              <a:rPr lang="es-ES" sz="1200" kern="0" dirty="0">
                <a:solidFill>
                  <a:srgbClr val="0F265C"/>
                </a:solidFill>
              </a:rPr>
              <a:t> </a:t>
            </a:r>
          </a:p>
        </p:txBody>
      </p:sp>
      <p:sp>
        <p:nvSpPr>
          <p:cNvPr id="5" name="Rectángulo 42">
            <a:extLst>
              <a:ext uri="{FF2B5EF4-FFF2-40B4-BE49-F238E27FC236}">
                <a16:creationId xmlns:a16="http://schemas.microsoft.com/office/drawing/2014/main" id="{3DD63C10-9F03-1968-B16D-7482FD27F650}"/>
              </a:ext>
            </a:extLst>
          </p:cNvPr>
          <p:cNvSpPr/>
          <p:nvPr/>
        </p:nvSpPr>
        <p:spPr>
          <a:xfrm>
            <a:off x="2949430" y="3811246"/>
            <a:ext cx="44801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C" sz="1200" b="1" kern="0" dirty="0">
                <a:solidFill>
                  <a:srgbClr val="0F265C"/>
                </a:solidFill>
              </a:rPr>
              <a:t>Ideal para sistemas donde lectura y escritura tienen distintas complejidades</a:t>
            </a:r>
            <a:endParaRPr lang="es-EC" sz="1050" b="1" kern="0" dirty="0">
              <a:solidFill>
                <a:srgbClr val="0F265C"/>
              </a:solidFill>
            </a:endParaRPr>
          </a:p>
        </p:txBody>
      </p:sp>
      <p:pic>
        <p:nvPicPr>
          <p:cNvPr id="6" name="Picture 2" descr="Idea - Iconos gratis de tecnología">
            <a:extLst>
              <a:ext uri="{FF2B5EF4-FFF2-40B4-BE49-F238E27FC236}">
                <a16:creationId xmlns:a16="http://schemas.microsoft.com/office/drawing/2014/main" id="{15178345-65DB-22B6-AB43-FA66FBBC4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923" y="3474865"/>
            <a:ext cx="940338" cy="94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14E2F7-E527-FE95-B333-F0F3DF279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763"/>
              </p:ext>
            </p:extLst>
          </p:nvPr>
        </p:nvGraphicFramePr>
        <p:xfrm>
          <a:off x="1383323" y="2273195"/>
          <a:ext cx="6096000" cy="126112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91817453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97876879"/>
                    </a:ext>
                  </a:extLst>
                </a:gridCol>
              </a:tblGrid>
              <a:tr h="284981">
                <a:tc>
                  <a:txBody>
                    <a:bodyPr/>
                    <a:lstStyle/>
                    <a:p>
                      <a:r>
                        <a:rPr lang="es-EC" sz="1400" dirty="0" err="1"/>
                        <a:t>CRUD</a:t>
                      </a:r>
                      <a:r>
                        <a:rPr lang="es-EC" sz="1400" dirty="0"/>
                        <a:t> Tradicional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400" dirty="0" err="1"/>
                        <a:t>CQRS</a:t>
                      </a:r>
                      <a:endParaRPr lang="es-EC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645231"/>
                  </a:ext>
                </a:extLst>
              </a:tr>
              <a:tr h="284981">
                <a:tc>
                  <a:txBody>
                    <a:bodyPr/>
                    <a:lstStyle/>
                    <a:p>
                      <a:r>
                        <a:rPr lang="es-EC" sz="1400" dirty="0"/>
                        <a:t>Misma capa para 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400" dirty="0"/>
                        <a:t>Separación de capas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632613"/>
                  </a:ext>
                </a:extLst>
              </a:tr>
              <a:tr h="284981">
                <a:tc>
                  <a:txBody>
                    <a:bodyPr/>
                    <a:lstStyle/>
                    <a:p>
                      <a:r>
                        <a:rPr lang="es-EC" sz="1400" dirty="0"/>
                        <a:t>Un solo 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400" dirty="0"/>
                        <a:t>Modelos diferentes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992994"/>
                  </a:ext>
                </a:extLst>
              </a:tr>
              <a:tr h="346727">
                <a:tc>
                  <a:txBody>
                    <a:bodyPr/>
                    <a:lstStyle/>
                    <a:p>
                      <a:r>
                        <a:rPr lang="es-EC" sz="1400" dirty="0"/>
                        <a:t>Simplicidad al 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400" dirty="0"/>
                        <a:t>Escalabilidad a largo plazo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803599"/>
                  </a:ext>
                </a:extLst>
              </a:tr>
            </a:tbl>
          </a:graphicData>
        </a:graphic>
      </p:graphicFrame>
      <p:pic>
        <p:nvPicPr>
          <p:cNvPr id="3076" name="Picture 4" descr="Data Manipulation Language (DML) de SQL - DBA dixit">
            <a:extLst>
              <a:ext uri="{FF2B5EF4-FFF2-40B4-BE49-F238E27FC236}">
                <a16:creationId xmlns:a16="http://schemas.microsoft.com/office/drawing/2014/main" id="{B16D64BE-5A77-F16D-0FCF-34AA97DC5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4" y="2426934"/>
            <a:ext cx="1273169" cy="953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0160B7-97C1-3D86-4AB2-011B49D42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081" y="953738"/>
            <a:ext cx="5306791" cy="128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2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8223-5801-6461-E423-37E6FBBB7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4522-5169-21CF-2FEC-12276BDE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412397"/>
            <a:ext cx="6911264" cy="316882"/>
          </a:xfrm>
        </p:spPr>
        <p:txBody>
          <a:bodyPr/>
          <a:lstStyle/>
          <a:p>
            <a:r>
              <a:rPr lang="es-EC" dirty="0"/>
              <a:t>Arquitectura </a:t>
            </a:r>
            <a:r>
              <a:rPr lang="es-EC" dirty="0" err="1"/>
              <a:t>CQRS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54989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AFCB6-30B6-8E15-8493-46193E32D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42430-90A9-61BA-8C5C-A6D7329FC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Arquitectura </a:t>
            </a:r>
            <a:r>
              <a:rPr lang="es-EC" dirty="0" err="1"/>
              <a:t>CQRS</a:t>
            </a:r>
            <a:endParaRPr lang="es-EC" dirty="0"/>
          </a:p>
        </p:txBody>
      </p:sp>
      <p:sp>
        <p:nvSpPr>
          <p:cNvPr id="3" name="AutoShape 2" descr="Reunión de antecedentes, presentación, sesión de pósters, convención,  investigación, organización, publicidad, educación, publicidad, zona, azul  png | PNGWing">
            <a:extLst>
              <a:ext uri="{FF2B5EF4-FFF2-40B4-BE49-F238E27FC236}">
                <a16:creationId xmlns:a16="http://schemas.microsoft.com/office/drawing/2014/main" id="{C107255F-88DE-90A7-9233-F408ECCBB1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pic>
        <p:nvPicPr>
          <p:cNvPr id="4100" name="Picture 4" descr="CQRS Architecture Overview">
            <a:extLst>
              <a:ext uri="{FF2B5EF4-FFF2-40B4-BE49-F238E27FC236}">
                <a16:creationId xmlns:a16="http://schemas.microsoft.com/office/drawing/2014/main" id="{EBCBB902-CA86-4FBC-C75E-320E4D44C8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6" t="6307" b="2637"/>
          <a:stretch/>
        </p:blipFill>
        <p:spPr bwMode="auto">
          <a:xfrm>
            <a:off x="1301262" y="518279"/>
            <a:ext cx="6722380" cy="4292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35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C20B0-C8D7-952B-6412-A1274E40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ACE27-B9C2-66CE-4303-D1EE6CBEC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412397"/>
            <a:ext cx="6911264" cy="316882"/>
          </a:xfrm>
        </p:spPr>
        <p:txBody>
          <a:bodyPr/>
          <a:lstStyle/>
          <a:p>
            <a:r>
              <a:rPr lang="es-EC" dirty="0"/>
              <a:t>Ejemplo práctico</a:t>
            </a:r>
          </a:p>
        </p:txBody>
      </p:sp>
    </p:spTree>
    <p:extLst>
      <p:ext uri="{BB962C8B-B14F-4D97-AF65-F5344CB8AC3E}">
        <p14:creationId xmlns:p14="http://schemas.microsoft.com/office/powerpoint/2010/main" val="3365554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394BD-828E-B2A4-4C56-2D69C74E2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A5081-387D-2D66-D684-A02D1352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Ejemplo práctico</a:t>
            </a:r>
          </a:p>
        </p:txBody>
      </p:sp>
      <p:sp>
        <p:nvSpPr>
          <p:cNvPr id="3" name="AutoShape 2" descr="Reunión de antecedentes, presentación, sesión de pósters, convención,  investigación, organización, publicidad, educación, publicidad, zona, azul  png | PNGWing">
            <a:extLst>
              <a:ext uri="{FF2B5EF4-FFF2-40B4-BE49-F238E27FC236}">
                <a16:creationId xmlns:a16="http://schemas.microsoft.com/office/drawing/2014/main" id="{376FE6FD-29A5-5909-18D4-C82AC3E1C7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4" name="Rectángulo 42">
            <a:extLst>
              <a:ext uri="{FF2B5EF4-FFF2-40B4-BE49-F238E27FC236}">
                <a16:creationId xmlns:a16="http://schemas.microsoft.com/office/drawing/2014/main" id="{F9ABB6A3-BB41-9D47-4C4F-39C117A3BFBD}"/>
              </a:ext>
            </a:extLst>
          </p:cNvPr>
          <p:cNvSpPr/>
          <p:nvPr/>
        </p:nvSpPr>
        <p:spPr>
          <a:xfrm>
            <a:off x="-28187" y="630135"/>
            <a:ext cx="9038544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S" sz="18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App de Pagos</a:t>
            </a:r>
            <a:endParaRPr lang="es-ES" sz="1200" kern="0" dirty="0">
              <a:solidFill>
                <a:srgbClr val="0F265C"/>
              </a:solidFill>
            </a:endParaRPr>
          </a:p>
          <a:p>
            <a:pPr lvl="1" algn="just" defTabSz="914400"/>
            <a:endParaRPr lang="es-EC" sz="1200" b="1" kern="0" dirty="0">
              <a:solidFill>
                <a:srgbClr val="E41165"/>
              </a:solidFill>
              <a:latin typeface="+mj-lt"/>
              <a:ea typeface="+mj-ea"/>
              <a:cs typeface="+mj-cs"/>
            </a:endParaRPr>
          </a:p>
          <a:p>
            <a:pPr lvl="1" algn="just" defTabSz="914400"/>
            <a:r>
              <a:rPr lang="es-EC" sz="12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Escenario: </a:t>
            </a:r>
            <a:r>
              <a:rPr lang="es-EC" sz="1200" kern="0" dirty="0">
                <a:solidFill>
                  <a:srgbClr val="0F265C"/>
                </a:solidFill>
              </a:rPr>
              <a:t>Una empresa ofrece una plataforma de pagos usada por miles de clientes simultáneamente. Cada vez que un usuario paga, se registra: el monto, el destinatario, el método de pago, la fecha y hora. Simultáneamente, los usuarios y administradores están consultando en tiempo real el historial de pagos (</a:t>
            </a:r>
            <a:r>
              <a:rPr lang="es-EC" sz="1200" kern="0" dirty="0" err="1">
                <a:solidFill>
                  <a:srgbClr val="0F265C"/>
                </a:solidFill>
              </a:rPr>
              <a:t>dashboard</a:t>
            </a:r>
            <a:r>
              <a:rPr lang="es-EC" sz="1200" kern="0" dirty="0">
                <a:solidFill>
                  <a:srgbClr val="0F265C"/>
                </a:solidFill>
              </a:rPr>
              <a:t>, reportes, notificaciones).</a:t>
            </a:r>
          </a:p>
          <a:p>
            <a:pPr lvl="1" algn="just" defTabSz="914400"/>
            <a:endParaRPr lang="es-EC" sz="1200" kern="0" dirty="0">
              <a:solidFill>
                <a:srgbClr val="0F265C"/>
              </a:solidFill>
            </a:endParaRPr>
          </a:p>
          <a:p>
            <a:pPr lvl="1" algn="just" defTabSz="914400"/>
            <a:r>
              <a:rPr lang="es-EC" sz="12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Problemática clásica: </a:t>
            </a:r>
            <a:r>
              <a:rPr lang="es-EC" sz="1200" kern="0" dirty="0">
                <a:solidFill>
                  <a:srgbClr val="0F265C"/>
                </a:solidFill>
              </a:rPr>
              <a:t>Cuando la aplicación usa una única base de datos y un solo modelo para leer y escribir:</a:t>
            </a: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Las escrituras frecuentes (pagar) bloquean recursos que las consultas también necesitan.</a:t>
            </a: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Las consultas pesadas (</a:t>
            </a:r>
            <a:r>
              <a:rPr lang="es-EC" sz="1200" kern="0" dirty="0" err="1">
                <a:solidFill>
                  <a:srgbClr val="0F265C"/>
                </a:solidFill>
              </a:rPr>
              <a:t>dashboard</a:t>
            </a:r>
            <a:r>
              <a:rPr lang="es-EC" sz="1200" kern="0" dirty="0">
                <a:solidFill>
                  <a:srgbClr val="0F265C"/>
                </a:solidFill>
              </a:rPr>
              <a:t>, reportes) afectan el rendimiento de los pagos.</a:t>
            </a: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Se vuelve difícil escalar la lectura sin afectar la escritura.</a:t>
            </a:r>
          </a:p>
          <a:p>
            <a:pPr lvl="1" algn="just" defTabSz="914400"/>
            <a:endParaRPr lang="es-EC" sz="1200" kern="0" dirty="0">
              <a:solidFill>
                <a:srgbClr val="0F265C"/>
              </a:solidFill>
            </a:endParaRPr>
          </a:p>
          <a:p>
            <a:pPr lvl="1" algn="just" defTabSz="914400"/>
            <a:r>
              <a:rPr lang="es-EC" sz="12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Solución con </a:t>
            </a:r>
            <a:r>
              <a:rPr lang="es-EC" sz="1200" b="1" kern="0" dirty="0" err="1">
                <a:solidFill>
                  <a:srgbClr val="E41165"/>
                </a:solidFill>
                <a:latin typeface="+mj-lt"/>
                <a:ea typeface="+mj-ea"/>
                <a:cs typeface="+mj-cs"/>
              </a:rPr>
              <a:t>CQRS</a:t>
            </a:r>
            <a:r>
              <a:rPr lang="es-EC" sz="12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s-EC" sz="1200" kern="0" dirty="0">
                <a:solidFill>
                  <a:srgbClr val="0F265C"/>
                </a:solidFill>
              </a:rPr>
              <a:t>Separar:</a:t>
            </a: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Pagar → va a una base de datos transaccional y lógica robusta.</a:t>
            </a: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Consultar pagos → va a una base de datos optimizada para lectura rápida.</a:t>
            </a:r>
            <a:r>
              <a:rPr lang="es-ES" sz="1200" kern="0" dirty="0">
                <a:solidFill>
                  <a:srgbClr val="0F265C"/>
                </a:solidFill>
              </a:rPr>
              <a:t> </a:t>
            </a:r>
          </a:p>
        </p:txBody>
      </p:sp>
      <p:sp>
        <p:nvSpPr>
          <p:cNvPr id="5" name="Rectángulo 42">
            <a:extLst>
              <a:ext uri="{FF2B5EF4-FFF2-40B4-BE49-F238E27FC236}">
                <a16:creationId xmlns:a16="http://schemas.microsoft.com/office/drawing/2014/main" id="{633261E5-61F6-0DC6-CC96-B099312C1DCE}"/>
              </a:ext>
            </a:extLst>
          </p:cNvPr>
          <p:cNvSpPr/>
          <p:nvPr/>
        </p:nvSpPr>
        <p:spPr>
          <a:xfrm>
            <a:off x="3256672" y="3532297"/>
            <a:ext cx="309489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C" sz="1200" b="1" kern="0" dirty="0">
                <a:solidFill>
                  <a:srgbClr val="0F265C"/>
                </a:solidFill>
              </a:rPr>
              <a:t>https://github.com/warlospp/PagosCQRS</a:t>
            </a:r>
            <a:endParaRPr lang="es-ES" sz="1200" b="1" kern="0" dirty="0">
              <a:solidFill>
                <a:srgbClr val="0F265C"/>
              </a:solidFill>
            </a:endParaRPr>
          </a:p>
        </p:txBody>
      </p:sp>
      <p:pic>
        <p:nvPicPr>
          <p:cNvPr id="6" name="Picture 2" descr="Idea - Iconos gratis de tecnología">
            <a:extLst>
              <a:ext uri="{FF2B5EF4-FFF2-40B4-BE49-F238E27FC236}">
                <a16:creationId xmlns:a16="http://schemas.microsoft.com/office/drawing/2014/main" id="{5287FCCF-E305-FB31-4243-047CAE6C2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07" y="3602709"/>
            <a:ext cx="940338" cy="94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42">
            <a:extLst>
              <a:ext uri="{FF2B5EF4-FFF2-40B4-BE49-F238E27FC236}">
                <a16:creationId xmlns:a16="http://schemas.microsoft.com/office/drawing/2014/main" id="{04B2E8DC-2829-B3A6-3A4C-A76916DE31CE}"/>
              </a:ext>
            </a:extLst>
          </p:cNvPr>
          <p:cNvSpPr/>
          <p:nvPr/>
        </p:nvSpPr>
        <p:spPr>
          <a:xfrm>
            <a:off x="3256671" y="3824201"/>
            <a:ext cx="34114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C" sz="1200" b="1" kern="0" dirty="0">
                <a:solidFill>
                  <a:srgbClr val="0F265C"/>
                </a:solidFill>
              </a:rPr>
              <a:t>https://github.com/warlospp/PagosCQRSDDD</a:t>
            </a:r>
            <a:endParaRPr lang="es-ES" sz="1200" b="1" kern="0" dirty="0">
              <a:solidFill>
                <a:srgbClr val="0F265C"/>
              </a:solidFill>
            </a:endParaRPr>
          </a:p>
        </p:txBody>
      </p:sp>
      <p:sp>
        <p:nvSpPr>
          <p:cNvPr id="8" name="Rectángulo 42">
            <a:extLst>
              <a:ext uri="{FF2B5EF4-FFF2-40B4-BE49-F238E27FC236}">
                <a16:creationId xmlns:a16="http://schemas.microsoft.com/office/drawing/2014/main" id="{58F140FA-6913-DC35-978D-808FF1605CE8}"/>
              </a:ext>
            </a:extLst>
          </p:cNvPr>
          <p:cNvSpPr/>
          <p:nvPr/>
        </p:nvSpPr>
        <p:spPr>
          <a:xfrm>
            <a:off x="3256671" y="4101200"/>
            <a:ext cx="42906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C" sz="1200" b="1" kern="0" dirty="0">
                <a:solidFill>
                  <a:srgbClr val="0F265C"/>
                </a:solidFill>
              </a:rPr>
              <a:t>https://github.com/warlospp/PagosCQRSDDDEventSourcing</a:t>
            </a:r>
            <a:endParaRPr lang="es-ES" sz="1200" b="1" kern="0" dirty="0">
              <a:solidFill>
                <a:srgbClr val="0F265C"/>
              </a:solidFill>
            </a:endParaRPr>
          </a:p>
        </p:txBody>
      </p:sp>
      <p:sp>
        <p:nvSpPr>
          <p:cNvPr id="9" name="Rectángulo 42">
            <a:extLst>
              <a:ext uri="{FF2B5EF4-FFF2-40B4-BE49-F238E27FC236}">
                <a16:creationId xmlns:a16="http://schemas.microsoft.com/office/drawing/2014/main" id="{3CC9F3A7-FACB-D249-C565-ECB32B05CE11}"/>
              </a:ext>
            </a:extLst>
          </p:cNvPr>
          <p:cNvSpPr/>
          <p:nvPr/>
        </p:nvSpPr>
        <p:spPr>
          <a:xfrm>
            <a:off x="3256671" y="4404548"/>
            <a:ext cx="42906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C" sz="1200" b="1" kern="0" dirty="0">
                <a:solidFill>
                  <a:srgbClr val="0F265C"/>
                </a:solidFill>
              </a:rPr>
              <a:t>https://github.com/warlospp/PagosCQRSDatabricks</a:t>
            </a:r>
            <a:endParaRPr lang="es-ES" sz="1200" b="1" kern="0" dirty="0">
              <a:solidFill>
                <a:srgbClr val="0F26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19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29DF5-5C12-5AEB-68AE-448AF0142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D2080-3A2D-8096-27FD-02E0D02DF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Ejemplo práctico</a:t>
            </a:r>
          </a:p>
        </p:txBody>
      </p:sp>
      <p:sp>
        <p:nvSpPr>
          <p:cNvPr id="3" name="AutoShape 2" descr="Reunión de antecedentes, presentación, sesión de pósters, convención,  investigación, organización, publicidad, educación, publicidad, zona, azul  png | PNGWing">
            <a:extLst>
              <a:ext uri="{FF2B5EF4-FFF2-40B4-BE49-F238E27FC236}">
                <a16:creationId xmlns:a16="http://schemas.microsoft.com/office/drawing/2014/main" id="{E98F75D6-1C38-EFF6-65BE-9178D83AE6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4" name="Rectángulo 42">
            <a:extLst>
              <a:ext uri="{FF2B5EF4-FFF2-40B4-BE49-F238E27FC236}">
                <a16:creationId xmlns:a16="http://schemas.microsoft.com/office/drawing/2014/main" id="{E7D3A8A2-043B-023B-053F-EA10E817B1E3}"/>
              </a:ext>
            </a:extLst>
          </p:cNvPr>
          <p:cNvSpPr/>
          <p:nvPr/>
        </p:nvSpPr>
        <p:spPr>
          <a:xfrm>
            <a:off x="-28187" y="630135"/>
            <a:ext cx="9038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S" sz="18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Repositorios</a:t>
            </a:r>
            <a:endParaRPr lang="es-ES" sz="1200" kern="0" dirty="0">
              <a:solidFill>
                <a:srgbClr val="0F265C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CEBF34-6EBA-C76C-0C45-E6F6C9D9A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656" y="1287854"/>
            <a:ext cx="3031003" cy="30310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DD7DA3-4625-7F73-D3BF-AA8EB1463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999467"/>
            <a:ext cx="1017694" cy="122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262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82BBB-5775-D6B3-F8A8-423E08284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A249-9D64-59AB-B426-9BF03835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412397"/>
            <a:ext cx="6911264" cy="316882"/>
          </a:xfrm>
        </p:spPr>
        <p:txBody>
          <a:bodyPr/>
          <a:lstStyle/>
          <a:p>
            <a:r>
              <a:rPr lang="es-EC" dirty="0"/>
              <a:t>Ventajas y Desventadas</a:t>
            </a:r>
          </a:p>
        </p:txBody>
      </p:sp>
    </p:spTree>
    <p:extLst>
      <p:ext uri="{BB962C8B-B14F-4D97-AF65-F5344CB8AC3E}">
        <p14:creationId xmlns:p14="http://schemas.microsoft.com/office/powerpoint/2010/main" val="455186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6606F-E83B-49F3-D3A3-4BEB529D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D4DE7-B2E9-F7C5-853B-D9B4F8B4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Ventajas y Desventajas</a:t>
            </a:r>
          </a:p>
        </p:txBody>
      </p:sp>
      <p:sp>
        <p:nvSpPr>
          <p:cNvPr id="3" name="AutoShape 2" descr="Reunión de antecedentes, presentación, sesión de pósters, convención,  investigación, organización, publicidad, educación, publicidad, zona, azul  png | PNGWing">
            <a:extLst>
              <a:ext uri="{FF2B5EF4-FFF2-40B4-BE49-F238E27FC236}">
                <a16:creationId xmlns:a16="http://schemas.microsoft.com/office/drawing/2014/main" id="{C95784E6-FA86-78E2-E58F-62CB73FC5D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5" name="Rectángulo 42">
            <a:extLst>
              <a:ext uri="{FF2B5EF4-FFF2-40B4-BE49-F238E27FC236}">
                <a16:creationId xmlns:a16="http://schemas.microsoft.com/office/drawing/2014/main" id="{C5FB2950-589A-C0D9-ED4F-92A7CE5C0CFA}"/>
              </a:ext>
            </a:extLst>
          </p:cNvPr>
          <p:cNvSpPr/>
          <p:nvPr/>
        </p:nvSpPr>
        <p:spPr>
          <a:xfrm>
            <a:off x="4674064" y="1325887"/>
            <a:ext cx="34325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C" sz="1200" b="1" kern="0" dirty="0">
                <a:solidFill>
                  <a:srgbClr val="0F265C"/>
                </a:solidFill>
              </a:rPr>
              <a:t>Ideal para sistemas distribuidos y microservicios</a:t>
            </a:r>
            <a:endParaRPr lang="es-ES" sz="1200" b="1" kern="0" dirty="0">
              <a:solidFill>
                <a:srgbClr val="0F265C"/>
              </a:solidFill>
            </a:endParaRPr>
          </a:p>
        </p:txBody>
      </p:sp>
      <p:pic>
        <p:nvPicPr>
          <p:cNvPr id="6" name="Picture 2" descr="Idea - Iconos gratis de tecnología">
            <a:extLst>
              <a:ext uri="{FF2B5EF4-FFF2-40B4-BE49-F238E27FC236}">
                <a16:creationId xmlns:a16="http://schemas.microsoft.com/office/drawing/2014/main" id="{11D86A5B-6AF3-3299-DE69-7B5D9AC46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097" y="988968"/>
            <a:ext cx="940338" cy="94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42">
            <a:extLst>
              <a:ext uri="{FF2B5EF4-FFF2-40B4-BE49-F238E27FC236}">
                <a16:creationId xmlns:a16="http://schemas.microsoft.com/office/drawing/2014/main" id="{DF7F6F32-5D1C-AB1C-4909-089AE049422A}"/>
              </a:ext>
            </a:extLst>
          </p:cNvPr>
          <p:cNvSpPr/>
          <p:nvPr/>
        </p:nvSpPr>
        <p:spPr>
          <a:xfrm>
            <a:off x="-28187" y="630135"/>
            <a:ext cx="90385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S" sz="18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¿Por qué usar </a:t>
            </a:r>
            <a:r>
              <a:rPr lang="es-ES" sz="1800" b="1" kern="0" dirty="0" err="1">
                <a:solidFill>
                  <a:srgbClr val="E41165"/>
                </a:solidFill>
                <a:latin typeface="+mj-lt"/>
                <a:ea typeface="+mj-ea"/>
                <a:cs typeface="+mj-cs"/>
              </a:rPr>
              <a:t>CQRS</a:t>
            </a:r>
            <a:r>
              <a:rPr lang="es-ES" sz="18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?</a:t>
            </a:r>
          </a:p>
          <a:p>
            <a:pPr lvl="1" algn="just" defTabSz="914400"/>
            <a:endParaRPr lang="es-EC" sz="1200" b="1" kern="0" dirty="0">
              <a:solidFill>
                <a:srgbClr val="E41165"/>
              </a:solidFill>
              <a:latin typeface="+mj-lt"/>
              <a:ea typeface="+mj-ea"/>
              <a:cs typeface="+mj-cs"/>
            </a:endParaRP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Escalabilidad: </a:t>
            </a:r>
            <a:r>
              <a:rPr lang="es-EC" sz="1200" kern="0" dirty="0">
                <a:solidFill>
                  <a:srgbClr val="0F265C"/>
                </a:solidFill>
              </a:rPr>
              <a:t>escalar lectura y escritura por separado</a:t>
            </a: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endParaRPr lang="es-EC" sz="1200" kern="0" dirty="0">
              <a:solidFill>
                <a:srgbClr val="0F265C"/>
              </a:solidFill>
            </a:endParaRP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Flexibilidad: </a:t>
            </a:r>
            <a:r>
              <a:rPr lang="es-EC" sz="1200" kern="0" dirty="0">
                <a:solidFill>
                  <a:srgbClr val="0F265C"/>
                </a:solidFill>
              </a:rPr>
              <a:t>modelos optimizados para cada operación</a:t>
            </a: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endParaRPr lang="es-EC" sz="1200" kern="0" dirty="0">
              <a:solidFill>
                <a:srgbClr val="0F265C"/>
              </a:solidFill>
            </a:endParaRP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Mantenibilidad: </a:t>
            </a:r>
            <a:r>
              <a:rPr lang="es-EC" sz="1200" kern="0" dirty="0">
                <a:solidFill>
                  <a:srgbClr val="0F265C"/>
                </a:solidFill>
              </a:rPr>
              <a:t>separación clara de responsabilidades</a:t>
            </a:r>
          </a:p>
        </p:txBody>
      </p:sp>
      <p:sp>
        <p:nvSpPr>
          <p:cNvPr id="7" name="Rectángulo 42">
            <a:extLst>
              <a:ext uri="{FF2B5EF4-FFF2-40B4-BE49-F238E27FC236}">
                <a16:creationId xmlns:a16="http://schemas.microsoft.com/office/drawing/2014/main" id="{5E63117B-DE28-3DE2-9D44-1900DC1B560E}"/>
              </a:ext>
            </a:extLst>
          </p:cNvPr>
          <p:cNvSpPr/>
          <p:nvPr/>
        </p:nvSpPr>
        <p:spPr>
          <a:xfrm>
            <a:off x="5317588" y="3036038"/>
            <a:ext cx="30948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C" sz="1200" b="1" kern="0" dirty="0" err="1">
                <a:solidFill>
                  <a:srgbClr val="0F265C"/>
                </a:solidFill>
              </a:rPr>
              <a:t>CQRS</a:t>
            </a:r>
            <a:r>
              <a:rPr lang="es-EC" sz="1200" b="1" kern="0" dirty="0">
                <a:solidFill>
                  <a:srgbClr val="0F265C"/>
                </a:solidFill>
              </a:rPr>
              <a:t> es una excelente patrón arquitectónico, pero no para todos los contextos.</a:t>
            </a:r>
            <a:endParaRPr lang="es-ES" sz="1200" b="1" kern="0" dirty="0">
              <a:solidFill>
                <a:srgbClr val="0F265C"/>
              </a:solidFill>
            </a:endParaRPr>
          </a:p>
        </p:txBody>
      </p:sp>
      <p:pic>
        <p:nvPicPr>
          <p:cNvPr id="8" name="Picture 2" descr="Idea - Iconos gratis de tecnología">
            <a:extLst>
              <a:ext uri="{FF2B5EF4-FFF2-40B4-BE49-F238E27FC236}">
                <a16:creationId xmlns:a16="http://schemas.microsoft.com/office/drawing/2014/main" id="{768A6B4B-88D2-2AC0-25F6-AFF29EDFC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861" y="2708302"/>
            <a:ext cx="940338" cy="94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42">
            <a:extLst>
              <a:ext uri="{FF2B5EF4-FFF2-40B4-BE49-F238E27FC236}">
                <a16:creationId xmlns:a16="http://schemas.microsoft.com/office/drawing/2014/main" id="{7666DFDB-BB67-E37E-F64B-D1FD999F7EED}"/>
              </a:ext>
            </a:extLst>
          </p:cNvPr>
          <p:cNvSpPr/>
          <p:nvPr/>
        </p:nvSpPr>
        <p:spPr>
          <a:xfrm>
            <a:off x="10115" y="2432093"/>
            <a:ext cx="50245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S" sz="18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No todo es oro…</a:t>
            </a:r>
          </a:p>
          <a:p>
            <a:pPr lvl="1" algn="just" defTabSz="914400"/>
            <a:endParaRPr lang="es-EC" sz="1200" b="1" kern="0" dirty="0">
              <a:solidFill>
                <a:srgbClr val="E41165"/>
              </a:solidFill>
              <a:latin typeface="+mj-lt"/>
              <a:ea typeface="+mj-ea"/>
              <a:cs typeface="+mj-cs"/>
            </a:endParaRP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Complejidad innecesaria en sistemas simples</a:t>
            </a: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endParaRPr lang="es-EC" sz="1200" kern="0" dirty="0">
              <a:solidFill>
                <a:srgbClr val="0F265C"/>
              </a:solidFill>
            </a:endParaRP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Más componentes = más mantenimiento</a:t>
            </a: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endParaRPr lang="es-EC" sz="1200" kern="0" dirty="0">
              <a:solidFill>
                <a:srgbClr val="0F265C"/>
              </a:solidFill>
            </a:endParaRP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Necesidad de sincronización entre modelos (eventual </a:t>
            </a:r>
            <a:r>
              <a:rPr lang="es-EC" sz="1200" kern="0" dirty="0" err="1">
                <a:solidFill>
                  <a:srgbClr val="0F265C"/>
                </a:solidFill>
              </a:rPr>
              <a:t>consistency</a:t>
            </a:r>
            <a:r>
              <a:rPr lang="es-EC" sz="1200" kern="0" dirty="0">
                <a:solidFill>
                  <a:srgbClr val="0F265C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42790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E2690-080B-B5AE-AE9D-42A779636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E40D-4024-F073-8836-41E7808AA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412397"/>
            <a:ext cx="6911264" cy="316882"/>
          </a:xfrm>
        </p:spPr>
        <p:txBody>
          <a:bodyPr/>
          <a:lstStyle/>
          <a:p>
            <a:r>
              <a:rPr lang="es-EC" dirty="0"/>
              <a:t>Casos Reales</a:t>
            </a:r>
          </a:p>
        </p:txBody>
      </p:sp>
    </p:spTree>
    <p:extLst>
      <p:ext uri="{BB962C8B-B14F-4D97-AF65-F5344CB8AC3E}">
        <p14:creationId xmlns:p14="http://schemas.microsoft.com/office/powerpoint/2010/main" val="1306615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44EF5-60EC-6AB8-4B96-EE053133B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999F6-222C-56C9-F536-8873C0A0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Casos Reales</a:t>
            </a:r>
          </a:p>
        </p:txBody>
      </p:sp>
      <p:sp>
        <p:nvSpPr>
          <p:cNvPr id="3" name="AutoShape 2" descr="Reunión de antecedentes, presentación, sesión de pósters, convención,  investigación, organización, publicidad, educación, publicidad, zona, azul  png | PNGWing">
            <a:extLst>
              <a:ext uri="{FF2B5EF4-FFF2-40B4-BE49-F238E27FC236}">
                <a16:creationId xmlns:a16="http://schemas.microsoft.com/office/drawing/2014/main" id="{37361761-C012-01CD-A48D-002216BA52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4" name="Rectángulo 42">
            <a:extLst>
              <a:ext uri="{FF2B5EF4-FFF2-40B4-BE49-F238E27FC236}">
                <a16:creationId xmlns:a16="http://schemas.microsoft.com/office/drawing/2014/main" id="{65E971D4-2246-42E7-3248-448165DD4979}"/>
              </a:ext>
            </a:extLst>
          </p:cNvPr>
          <p:cNvSpPr/>
          <p:nvPr/>
        </p:nvSpPr>
        <p:spPr>
          <a:xfrm>
            <a:off x="-28187" y="630135"/>
            <a:ext cx="9038544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S" sz="18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¿Dónde se usa </a:t>
            </a:r>
            <a:r>
              <a:rPr lang="es-ES" sz="1800" b="1" kern="0" dirty="0" err="1">
                <a:solidFill>
                  <a:srgbClr val="E41165"/>
                </a:solidFill>
                <a:latin typeface="+mj-lt"/>
                <a:ea typeface="+mj-ea"/>
                <a:cs typeface="+mj-cs"/>
              </a:rPr>
              <a:t>CQRS</a:t>
            </a:r>
            <a:r>
              <a:rPr lang="es-ES" sz="1800" b="1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?</a:t>
            </a:r>
          </a:p>
          <a:p>
            <a:pPr lvl="1" algn="just" defTabSz="914400"/>
            <a:endParaRPr lang="es-EC" sz="1200" b="1" kern="0" dirty="0">
              <a:solidFill>
                <a:srgbClr val="E41165"/>
              </a:solidFill>
              <a:latin typeface="+mj-lt"/>
              <a:ea typeface="+mj-ea"/>
              <a:cs typeface="+mj-cs"/>
            </a:endParaRP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Sistemas bancarios</a:t>
            </a: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endParaRPr lang="es-EC" sz="1200" kern="0" dirty="0">
              <a:solidFill>
                <a:srgbClr val="0F265C"/>
              </a:solidFill>
            </a:endParaRP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Comercio electrónico (catálogo vs carrito/pedidos)</a:t>
            </a: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endParaRPr lang="es-EC" sz="1200" kern="0" dirty="0">
              <a:solidFill>
                <a:srgbClr val="0F265C"/>
              </a:solidFill>
            </a:endParaRP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Sistemas de reservas (aerolíneas, hoteles)</a:t>
            </a: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endParaRPr lang="es-EC" sz="1200" kern="0" dirty="0">
              <a:solidFill>
                <a:srgbClr val="0F265C"/>
              </a:solidFill>
            </a:endParaRPr>
          </a:p>
          <a:p>
            <a:pPr marL="379223" lvl="1" indent="-171450" algn="just" defTabSz="914400">
              <a:buFont typeface="Arial" panose="020B0604020202020204" pitchFamily="34" charset="0"/>
              <a:buChar char="•"/>
            </a:pPr>
            <a:r>
              <a:rPr lang="es-EC" sz="1200" kern="0" dirty="0">
                <a:solidFill>
                  <a:srgbClr val="0F265C"/>
                </a:solidFill>
              </a:rPr>
              <a:t>Juegos multijugador (estado del juego vs estadísticas)</a:t>
            </a:r>
          </a:p>
        </p:txBody>
      </p:sp>
      <p:sp>
        <p:nvSpPr>
          <p:cNvPr id="7" name="Rectángulo 42">
            <a:extLst>
              <a:ext uri="{FF2B5EF4-FFF2-40B4-BE49-F238E27FC236}">
                <a16:creationId xmlns:a16="http://schemas.microsoft.com/office/drawing/2014/main" id="{E8264FD9-979F-A9A3-F78C-02048FBB2538}"/>
              </a:ext>
            </a:extLst>
          </p:cNvPr>
          <p:cNvSpPr/>
          <p:nvPr/>
        </p:nvSpPr>
        <p:spPr>
          <a:xfrm>
            <a:off x="3277773" y="3419630"/>
            <a:ext cx="309489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defTabSz="914400"/>
            <a:r>
              <a:rPr lang="es-EC" sz="1200" b="1" kern="0" dirty="0" err="1">
                <a:solidFill>
                  <a:srgbClr val="0F265C"/>
                </a:solidFill>
              </a:rPr>
              <a:t>CQRS</a:t>
            </a:r>
            <a:r>
              <a:rPr lang="es-EC" sz="1200" b="1" kern="0" dirty="0">
                <a:solidFill>
                  <a:srgbClr val="0F265C"/>
                </a:solidFill>
              </a:rPr>
              <a:t> en la Arquitectura Meta de BP.</a:t>
            </a:r>
            <a:endParaRPr lang="es-ES" sz="1200" b="1" kern="0" dirty="0">
              <a:solidFill>
                <a:srgbClr val="0F265C"/>
              </a:solidFill>
            </a:endParaRPr>
          </a:p>
        </p:txBody>
      </p:sp>
      <p:pic>
        <p:nvPicPr>
          <p:cNvPr id="8" name="Picture 2" descr="Idea - Iconos gratis de tecnología">
            <a:extLst>
              <a:ext uri="{FF2B5EF4-FFF2-40B4-BE49-F238E27FC236}">
                <a16:creationId xmlns:a16="http://schemas.microsoft.com/office/drawing/2014/main" id="{98EAB588-5140-D0F2-B3FA-95589ADBB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538" y="2999014"/>
            <a:ext cx="940338" cy="94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156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800888" y="1967536"/>
            <a:ext cx="3203553" cy="102160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s-EC" sz="4000" kern="0" dirty="0">
                <a:solidFill>
                  <a:srgbClr val="E41165"/>
                </a:solidFill>
                <a:latin typeface="+mj-lt"/>
                <a:ea typeface="+mj-ea"/>
                <a:cs typeface="+mj-cs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554953164"/>
      </p:ext>
    </p:extLst>
  </p:cSld>
  <p:clrMapOvr>
    <a:masterClrMapping/>
  </p:clrMapOvr>
</p:sld>
</file>

<file path=ppt/theme/theme1.xml><?xml version="1.0" encoding="utf-8"?>
<a:theme xmlns:a="http://schemas.openxmlformats.org/drawingml/2006/main" name="TCS_Negro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TCS_Negro" id="{2A414E75-9A63-4725-8B38-BF7EABF471C4}" vid="{13CFD676-534E-4755-AA1D-87787B151A61}"/>
    </a:ext>
  </a:extLst>
</a:theme>
</file>

<file path=ppt/theme/theme2.xml><?xml version="1.0" encoding="utf-8"?>
<a:theme xmlns:a="http://schemas.openxmlformats.org/drawingml/2006/main" name="Content Slide_Black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3A806EA1-1B37-4FCB-B66E-0FC7EEB2B844}"/>
    </a:ext>
  </a:extLst>
</a:theme>
</file>

<file path=ppt/theme/theme3.xml><?xml version="1.0" encoding="utf-8"?>
<a:theme xmlns:a="http://schemas.openxmlformats.org/drawingml/2006/main" name="Blank Slide_Black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F21E6274-BF66-4612-B67E-54EB75E6D4BE}"/>
    </a:ext>
  </a:extLst>
</a:theme>
</file>

<file path=ppt/theme/theme4.xml><?xml version="1.0" encoding="utf-8"?>
<a:theme xmlns:a="http://schemas.openxmlformats.org/drawingml/2006/main" name="Title Slide_Black Pink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D0A78B5A-FF65-44A9-AC9F-F26FF0201B68}"/>
    </a:ext>
  </a:extLst>
</a:theme>
</file>

<file path=ppt/theme/theme5.xml><?xml version="1.0" encoding="utf-8"?>
<a:theme xmlns:a="http://schemas.openxmlformats.org/drawingml/2006/main" name="Title Slide_White Pink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D91F65DA-9608-4B2C-BAC9-62DBA7A56FAA}"/>
    </a:ext>
  </a:extLst>
</a:theme>
</file>

<file path=ppt/theme/theme6.xml><?xml version="1.0" encoding="utf-8"?>
<a:theme xmlns:a="http://schemas.openxmlformats.org/drawingml/2006/main" name="Title Slide_Black Blue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B5353904-C1AD-4BCB-8CAF-889667611397}"/>
    </a:ext>
  </a:extLst>
</a:theme>
</file>

<file path=ppt/theme/theme7.xml><?xml version="1.0" encoding="utf-8"?>
<a:theme xmlns:a="http://schemas.openxmlformats.org/drawingml/2006/main" name="Title Slide_White Blue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54DAE5C5-651A-4B8D-A3F0-9B9C7A30402C}"/>
    </a:ext>
  </a:extLst>
</a:theme>
</file>

<file path=ppt/theme/theme8.xml><?xml version="1.0" encoding="utf-8"?>
<a:theme xmlns:a="http://schemas.openxmlformats.org/drawingml/2006/main" name="Title Slide_Black Orange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45B5D00B-7494-42EC-A2C2-BD68076EC660}"/>
    </a:ext>
  </a:extLst>
</a:theme>
</file>

<file path=ppt/theme/theme9.xml><?xml version="1.0" encoding="utf-8"?>
<a:theme xmlns:a="http://schemas.openxmlformats.org/drawingml/2006/main" name="Title Slide_White Orange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B0578599-9624-4FDF-94E1-9E8F4CFE6006}"/>
    </a:ext>
  </a:extLst>
</a:theme>
</file>

<file path=ppt/theme/theme10.xml><?xml version="1.0" encoding="utf-8"?>
<a:theme xmlns:a="http://schemas.openxmlformats.org/drawingml/2006/main" name="Title Slide_Black Yellow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6B3B8723-94D9-4156-875B-B7CB2BB67277}"/>
    </a:ext>
  </a:extLst>
</a:theme>
</file>

<file path=ppt/theme/theme11.xml><?xml version="1.0" encoding="utf-8"?>
<a:theme xmlns:a="http://schemas.openxmlformats.org/drawingml/2006/main" name="Title Slide_White Yellow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D7056FC1-2310-4C3D-9659-C00A329F8ED4}"/>
    </a:ext>
  </a:extLst>
</a:theme>
</file>

<file path=ppt/theme/theme12.xml><?xml version="1.0" encoding="utf-8"?>
<a:theme xmlns:a="http://schemas.openxmlformats.org/drawingml/2006/main" name="Title Slide_Black Without Image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96B924EA-4938-4C1D-92AF-EF7A9D5D911E}"/>
    </a:ext>
  </a:extLst>
</a:theme>
</file>

<file path=ppt/theme/theme13.xml><?xml version="1.0" encoding="utf-8"?>
<a:theme xmlns:a="http://schemas.openxmlformats.org/drawingml/2006/main" name="Title Slide_White Without Image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94D75E17-3A12-4B92-90FC-BE5F6B52922C}"/>
    </a:ext>
  </a:extLst>
</a:theme>
</file>

<file path=ppt/theme/theme14.xml><?xml version="1.0" encoding="utf-8"?>
<a:theme xmlns:a="http://schemas.openxmlformats.org/drawingml/2006/main" name="Divider Slide_Black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DF7915CC-F43C-41F4-9DD4-3763662BA2A2}"/>
    </a:ext>
  </a:extLst>
</a:theme>
</file>

<file path=ppt/theme/theme15.xml><?xml version="1.0" encoding="utf-8"?>
<a:theme xmlns:a="http://schemas.openxmlformats.org/drawingml/2006/main" name="Divider Slide_White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0CCC84DF-7747-427F-B5E8-C9EBC3B54173}"/>
    </a:ext>
  </a:extLst>
</a:theme>
</file>

<file path=ppt/theme/theme16.xml><?xml version="1.0" encoding="utf-8"?>
<a:theme xmlns:a="http://schemas.openxmlformats.org/drawingml/2006/main" name="Thank Slide_Black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1238DFB5-14BE-4268-A010-EEC962C52A3F}"/>
    </a:ext>
  </a:extLst>
</a:theme>
</file>

<file path=ppt/theme/theme17.xml><?xml version="1.0" encoding="utf-8"?>
<a:theme xmlns:a="http://schemas.openxmlformats.org/drawingml/2006/main" name="Thank Slide_White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9169DE05-6D5B-442F-BD39-3B1EC0AAA412}"/>
    </a:ext>
  </a:extLst>
</a:theme>
</file>

<file path=ppt/theme/theme18.xml><?xml version="1.0" encoding="utf-8"?>
<a:theme xmlns:a="http://schemas.openxmlformats.org/drawingml/2006/main" name="3_Content Slides">
  <a:themeElements>
    <a:clrScheme name="TCS New Color Palette">
      <a:dk1>
        <a:sysClr val="windowText" lastClr="000000"/>
      </a:dk1>
      <a:lt1>
        <a:sysClr val="window" lastClr="FFFFFF"/>
      </a:lt1>
      <a:dk2>
        <a:srgbClr val="1E2323"/>
      </a:dk2>
      <a:lt2>
        <a:srgbClr val="F4F3F9"/>
      </a:lt2>
      <a:accent1>
        <a:srgbClr val="64E6E1"/>
      </a:accent1>
      <a:accent2>
        <a:srgbClr val="007DC5"/>
      </a:accent2>
      <a:accent3>
        <a:srgbClr val="4D2F9E"/>
      </a:accent3>
      <a:accent4>
        <a:srgbClr val="BE0046"/>
      </a:accent4>
      <a:accent5>
        <a:srgbClr val="EB5000"/>
      </a:accent5>
      <a:accent6>
        <a:srgbClr val="FFE600"/>
      </a:accent6>
      <a:hlink>
        <a:srgbClr val="007DC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White">
      <a:srgbClr val="F4F3F9"/>
    </a:custClr>
    <a:custClr name="TCS Black">
      <a:srgbClr val="1E2323"/>
    </a:custClr>
    <a:custClr name="TCS Pink">
      <a:srgbClr val="F03782"/>
    </a:custClr>
    <a:custClr name="TCS Green 1">
      <a:srgbClr val="00ACAC"/>
    </a:custClr>
    <a:custClr name="TCS Green 2">
      <a:srgbClr val="1ACFCF"/>
    </a:custClr>
    <a:custClr name="TCS Green 3">
      <a:srgbClr val="64E6E1"/>
    </a:custClr>
    <a:custClr name="TCS Green 4">
      <a:srgbClr val="83EBE7"/>
    </a:custClr>
    <a:custClr name="TCS Green 5">
      <a:srgbClr val="A2F0ED"/>
    </a:custClr>
    <a:custClr name="TCS Green 6">
      <a:srgbClr val="C1F5F3"/>
    </a:custClr>
    <a:custClr name="TCS Blue 1">
      <a:srgbClr val="154B8C"/>
    </a:custClr>
    <a:custClr name="TCS Blue 2">
      <a:srgbClr val="005B9C"/>
    </a:custClr>
    <a:custClr name="TCS Blue 3">
      <a:srgbClr val="007DC5"/>
    </a:custClr>
    <a:custClr name="TCS Blue 4">
      <a:srgbClr val="47A3EB"/>
    </a:custClr>
    <a:custClr name="TCS Blue 5">
      <a:srgbClr val="75BAF0"/>
    </a:custClr>
    <a:custClr name="TCS Blue 6">
      <a:srgbClr val="A3D1F5"/>
    </a:custClr>
    <a:custClr name="TCS Purple 1">
      <a:srgbClr val="4D0092"/>
    </a:custClr>
    <a:custClr name="TCS Purple 2">
      <a:srgbClr val="4D129E"/>
    </a:custClr>
    <a:custClr name="TCS Purple 3">
      <a:srgbClr val="4D2F9E"/>
    </a:custClr>
    <a:custClr name="TCS Purple 4">
      <a:srgbClr val="7159B1"/>
    </a:custClr>
    <a:custClr name="TCS Purple 5">
      <a:srgbClr val="9482C5"/>
    </a:custClr>
    <a:custClr name="TCS Purple 6">
      <a:srgbClr val="B8ACD8"/>
    </a:custClr>
    <a:custClr name="TCS Magenta 1">
      <a:srgbClr val="8F0035"/>
    </a:custClr>
    <a:custClr name="TCS Magenta 2">
      <a:srgbClr val="A30046"/>
    </a:custClr>
    <a:custClr name="TCS Magenta 3">
      <a:srgbClr val="BE0046"/>
    </a:custClr>
    <a:custClr name="TCS Magenta 4">
      <a:srgbClr val="CB336B"/>
    </a:custClr>
    <a:custClr name="TCS Magenta 5">
      <a:srgbClr val="D86690"/>
    </a:custClr>
    <a:custClr name="TCS Magenta 6">
      <a:srgbClr val="E599B5"/>
    </a:custClr>
    <a:custClr name="TCS Orange 1">
      <a:srgbClr val="B03C00"/>
    </a:custClr>
    <a:custClr name="TCS Orange 2">
      <a:srgbClr val="CD5000"/>
    </a:custClr>
    <a:custClr name="TCS Orange 3">
      <a:srgbClr val="EB5000"/>
    </a:custClr>
    <a:custClr name="TCS Orange 4">
      <a:srgbClr val="EF7333"/>
    </a:custClr>
    <a:custClr name="TCS Orange 5">
      <a:srgbClr val="F39666"/>
    </a:custClr>
    <a:custClr name="TCS Orange 6">
      <a:srgbClr val="F7B999"/>
    </a:custClr>
    <a:custClr name="TCS Yellow 1">
      <a:srgbClr val="FFBC00"/>
    </a:custClr>
    <a:custClr name="TCS Yellow 2">
      <a:srgbClr val="FFD300"/>
    </a:custClr>
    <a:custClr name="TCS Yellow 3">
      <a:srgbClr val="FFE600"/>
    </a:custClr>
    <a:custClr name="TCS Yellow 4">
      <a:srgbClr val="FFEB33"/>
    </a:custClr>
    <a:custClr name="TCS Yellow 5">
      <a:srgbClr val="FFF066"/>
    </a:custClr>
    <a:custClr name="TCS Yellow 6">
      <a:srgbClr val="FFF599"/>
    </a:custClr>
  </a:custClrLst>
  <a:extLst>
    <a:ext uri="{05A4C25C-085E-4340-85A3-A5531E510DB2}">
      <thm15:themeFamily xmlns:thm15="http://schemas.microsoft.com/office/thememl/2012/main" name="TCS Building on belief PPT template" id="{DDDA585A-DC68-4F4F-89CC-C3A7FEEEEAA5}" vid="{088422CC-BB39-473A-8192-AA507A799B38}"/>
    </a:ext>
  </a:extLst>
</a:theme>
</file>

<file path=ppt/theme/theme19.xml><?xml version="1.0" encoding="utf-8"?>
<a:theme xmlns:a="http://schemas.openxmlformats.org/drawingml/2006/main" name="TCS_Negro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TCS_Negro" id="{2A414E75-9A63-4725-8B38-BF7EABF471C4}" vid="{13CFD676-534E-4755-AA1D-87787B151A61}"/>
    </a:ext>
  </a:extLst>
</a:theme>
</file>

<file path=ppt/theme/theme20.xml><?xml version="1.0" encoding="utf-8"?>
<a:theme xmlns:a="http://schemas.openxmlformats.org/drawingml/2006/main" name="Title Slide_Black Pink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D0A78B5A-FF65-44A9-AC9F-F26FF0201B68}"/>
    </a:ext>
  </a:extLst>
</a:theme>
</file>

<file path=ppt/theme/theme21.xml><?xml version="1.0" encoding="utf-8"?>
<a:theme xmlns:a="http://schemas.openxmlformats.org/drawingml/2006/main" name="Divider Slide_Black">
  <a:themeElements>
    <a:clrScheme name="BOB Color 1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4116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DF7915CC-F43C-41F4-9DD4-3763662BA2A2}"/>
    </a:ext>
  </a:extLst>
</a:theme>
</file>

<file path=ppt/theme/theme2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ad0754-0024-47eb-b052-f3801f081b1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48322739799D843ACC6640790C3D95E" ma:contentTypeVersion="13" ma:contentTypeDescription="Crear nuevo documento." ma:contentTypeScope="" ma:versionID="8c89311c60346dea0a5c2ad969593c35">
  <xsd:schema xmlns:xsd="http://www.w3.org/2001/XMLSchema" xmlns:xs="http://www.w3.org/2001/XMLSchema" xmlns:p="http://schemas.microsoft.com/office/2006/metadata/properties" xmlns:ns3="4490b68e-f8f2-4519-910f-78af988a5476" xmlns:ns4="0bad0754-0024-47eb-b052-f3801f081b1b" targetNamespace="http://schemas.microsoft.com/office/2006/metadata/properties" ma:root="true" ma:fieldsID="a6648abafa79be192b9cd77ca3d975b6" ns3:_="" ns4:_="">
    <xsd:import namespace="4490b68e-f8f2-4519-910f-78af988a5476"/>
    <xsd:import namespace="0bad0754-0024-47eb-b052-f3801f081b1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DateTaken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90b68e-f8f2-4519-910f-78af988a547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d0754-0024-47eb-b052-f3801f081b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9B990C-56FB-470D-8397-D7B027967B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759C8A-38DA-4BB6-ABD6-E87C0F232953}">
  <ds:schemaRefs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0bad0754-0024-47eb-b052-f3801f081b1b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4490b68e-f8f2-4519-910f-78af988a5476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7474DFE-4433-4ECE-BA1D-9D980188F3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90b68e-f8f2-4519-910f-78af988a5476"/>
    <ds:schemaRef ds:uri="0bad0754-0024-47eb-b052-f3801f081b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TCS_Negro</Template>
  <TotalTime>19341</TotalTime>
  <Words>515</Words>
  <Application>Microsoft Office PowerPoint</Application>
  <PresentationFormat>On-screen Show (16:9)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21</vt:i4>
      </vt:variant>
      <vt:variant>
        <vt:lpstr>Slide Titles</vt:lpstr>
      </vt:variant>
      <vt:variant>
        <vt:i4>18</vt:i4>
      </vt:variant>
    </vt:vector>
  </HeadingPairs>
  <TitlesOfParts>
    <vt:vector size="44" baseType="lpstr">
      <vt:lpstr>Arial</vt:lpstr>
      <vt:lpstr>Calibri</vt:lpstr>
      <vt:lpstr>Courier New</vt:lpstr>
      <vt:lpstr>Symbol</vt:lpstr>
      <vt:lpstr>Wingdings</vt:lpstr>
      <vt:lpstr>TCS_Negro</vt:lpstr>
      <vt:lpstr>Content Slide_Black</vt:lpstr>
      <vt:lpstr>Blank Slide_Black</vt:lpstr>
      <vt:lpstr>Title Slide_Black Pink</vt:lpstr>
      <vt:lpstr>Title Slide_White Pink</vt:lpstr>
      <vt:lpstr>Title Slide_Black Blue</vt:lpstr>
      <vt:lpstr>Title Slide_White Blue</vt:lpstr>
      <vt:lpstr>Title Slide_Black Orange</vt:lpstr>
      <vt:lpstr>Title Slide_White Orange</vt:lpstr>
      <vt:lpstr>Title Slide_Black Yellow</vt:lpstr>
      <vt:lpstr>Title Slide_White Yellow</vt:lpstr>
      <vt:lpstr>Title Slide_Black Without Image</vt:lpstr>
      <vt:lpstr>Title Slide_White Without Image</vt:lpstr>
      <vt:lpstr>Divider Slide_Black</vt:lpstr>
      <vt:lpstr>Divider Slide_White</vt:lpstr>
      <vt:lpstr>Thank Slide_Black</vt:lpstr>
      <vt:lpstr>Thank Slide_White</vt:lpstr>
      <vt:lpstr>3_Content Slides</vt:lpstr>
      <vt:lpstr>TCS_Negro</vt:lpstr>
      <vt:lpstr>Title Slide_Black Pink</vt:lpstr>
      <vt:lpstr>Divider Slide_Black</vt:lpstr>
      <vt:lpstr>TCS</vt:lpstr>
      <vt:lpstr>PowerPoint Presentation</vt:lpstr>
      <vt:lpstr>Introducción al problema</vt:lpstr>
      <vt:lpstr>Introducción al problema</vt:lpstr>
      <vt:lpstr>¿Qué es CQRS?</vt:lpstr>
      <vt:lpstr>¿Qué es CQRS?</vt:lpstr>
      <vt:lpstr>CRUD vs CQRS</vt:lpstr>
      <vt:lpstr>CRUD vs CQRS</vt:lpstr>
      <vt:lpstr>Arquitectura CQRS</vt:lpstr>
      <vt:lpstr>Arquitectura CQRS</vt:lpstr>
      <vt:lpstr>Ejemplo práctico</vt:lpstr>
      <vt:lpstr>Ejemplo práctico</vt:lpstr>
      <vt:lpstr>Ejemplo práctico</vt:lpstr>
      <vt:lpstr>Ventajas y Desventadas</vt:lpstr>
      <vt:lpstr>Ventajas y Desventajas</vt:lpstr>
      <vt:lpstr>Casos Reales</vt:lpstr>
      <vt:lpstr>Casos Reales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Juan Garcia Lojan</dc:creator>
  <cp:lastModifiedBy>Carlos Maldonado</cp:lastModifiedBy>
  <cp:revision>152</cp:revision>
  <dcterms:created xsi:type="dcterms:W3CDTF">2023-01-11T20:16:55Z</dcterms:created>
  <dcterms:modified xsi:type="dcterms:W3CDTF">2025-05-08T00:48:45Z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0x010100A48322739799D843ACC6640790C3D95E</vt:lpwstr>
  </property>
</Properties>
</file>